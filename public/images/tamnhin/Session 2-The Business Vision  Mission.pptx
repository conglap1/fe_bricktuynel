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x04gI9CXeojictua1mYREVR/i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84" name="Google Shape;8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93" name="Google Shape;93;p2: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04" name="Google Shape;104;p3: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13" name="Google Shape;113;p4: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24" name="Google Shape;124;p5: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5: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34" name="Google Shape;134;p6: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6: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da7ad69712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2da7ad69712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60" name="Google Shape;160;p8: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8: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77" name="Google Shape;177;p10: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0: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87" name="Google Shape;187;p11: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1: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35" name="Google Shape;235;p17:notes"/>
          <p:cNvSpPr/>
          <p:nvPr>
            <p:ph idx="2" type="sldImg"/>
          </p:nvPr>
        </p:nvSpPr>
        <p:spPr>
          <a:xfrm>
            <a:off x="1144587" y="687387"/>
            <a:ext cx="4568825"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7: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6" name="Shape 16"/>
        <p:cNvGrpSpPr/>
        <p:nvPr/>
      </p:nvGrpSpPr>
      <p:grpSpPr>
        <a:xfrm>
          <a:off x="0" y="0"/>
          <a:ext cx="0" cy="0"/>
          <a:chOff x="0" y="0"/>
          <a:chExt cx="0" cy="0"/>
        </a:xfrm>
      </p:grpSpPr>
      <p:sp>
        <p:nvSpPr>
          <p:cNvPr id="17" name="Google Shape;17;p27"/>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7"/>
          <p:cNvSpPr txBox="1"/>
          <p:nvPr>
            <p:ph idx="1" type="body"/>
          </p:nvPr>
        </p:nvSpPr>
        <p:spPr>
          <a:xfrm>
            <a:off x="455613" y="1598613"/>
            <a:ext cx="4037012" cy="45339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19" name="Google Shape;19;p27"/>
          <p:cNvSpPr txBox="1"/>
          <p:nvPr>
            <p:ph idx="2" type="body"/>
          </p:nvPr>
        </p:nvSpPr>
        <p:spPr>
          <a:xfrm>
            <a:off x="4645025" y="1598613"/>
            <a:ext cx="4037013" cy="219075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20" name="Google Shape;20;p27"/>
          <p:cNvSpPr txBox="1"/>
          <p:nvPr>
            <p:ph idx="3" type="body"/>
          </p:nvPr>
        </p:nvSpPr>
        <p:spPr>
          <a:xfrm>
            <a:off x="4645025" y="3941763"/>
            <a:ext cx="4037013" cy="219075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21" name="Google Shape;21;p27"/>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7"/>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3" name="Shape 23"/>
        <p:cNvGrpSpPr/>
        <p:nvPr/>
      </p:nvGrpSpPr>
      <p:grpSpPr>
        <a:xfrm>
          <a:off x="0" y="0"/>
          <a:ext cx="0" cy="0"/>
          <a:chOff x="0" y="0"/>
          <a:chExt cx="0" cy="0"/>
        </a:xfrm>
      </p:grpSpPr>
      <p:sp>
        <p:nvSpPr>
          <p:cNvPr id="24" name="Google Shape;24;p28"/>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 type="body"/>
          </p:nvPr>
        </p:nvSpPr>
        <p:spPr>
          <a:xfrm>
            <a:off x="455613" y="1598613"/>
            <a:ext cx="4037012" cy="45339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26" name="Google Shape;26;p28"/>
          <p:cNvSpPr txBox="1"/>
          <p:nvPr>
            <p:ph idx="2" type="body"/>
          </p:nvPr>
        </p:nvSpPr>
        <p:spPr>
          <a:xfrm>
            <a:off x="4645025" y="1598613"/>
            <a:ext cx="4037013" cy="45339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27" name="Google Shape;27;p28"/>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8"/>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29"/>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 type="body"/>
          </p:nvPr>
        </p:nvSpPr>
        <p:spPr>
          <a:xfrm>
            <a:off x="455612" y="1598612"/>
            <a:ext cx="8226425" cy="45339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32" name="Google Shape;32;p29"/>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4" name="Shape 34"/>
        <p:cNvGrpSpPr/>
        <p:nvPr/>
      </p:nvGrpSpPr>
      <p:grpSpPr>
        <a:xfrm>
          <a:off x="0" y="0"/>
          <a:ext cx="0" cy="0"/>
          <a:chOff x="0" y="0"/>
          <a:chExt cx="0" cy="0"/>
        </a:xfrm>
      </p:grpSpPr>
      <p:sp>
        <p:nvSpPr>
          <p:cNvPr id="35" name="Google Shape;35;p30"/>
          <p:cNvSpPr txBox="1"/>
          <p:nvPr>
            <p:ph type="title"/>
          </p:nvPr>
        </p:nvSpPr>
        <p:spPr>
          <a:xfrm rot="5400000">
            <a:off x="4730750" y="2176463"/>
            <a:ext cx="5854700" cy="20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 type="body"/>
          </p:nvPr>
        </p:nvSpPr>
        <p:spPr>
          <a:xfrm rot="5400000">
            <a:off x="538956" y="194470"/>
            <a:ext cx="5854700" cy="6021387"/>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37" name="Google Shape;37;p30"/>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9" name="Shape 39"/>
        <p:cNvGrpSpPr/>
        <p:nvPr/>
      </p:nvGrpSpPr>
      <p:grpSpPr>
        <a:xfrm>
          <a:off x="0" y="0"/>
          <a:ext cx="0" cy="0"/>
          <a:chOff x="0" y="0"/>
          <a:chExt cx="0" cy="0"/>
        </a:xfrm>
      </p:grpSpPr>
      <p:sp>
        <p:nvSpPr>
          <p:cNvPr id="40" name="Google Shape;40;p31"/>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1"/>
          <p:cNvSpPr txBox="1"/>
          <p:nvPr>
            <p:ph idx="1" type="body"/>
          </p:nvPr>
        </p:nvSpPr>
        <p:spPr>
          <a:xfrm rot="5400000">
            <a:off x="2301874" y="-247650"/>
            <a:ext cx="4533900" cy="8226425"/>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297180" lvl="1" marL="914400" algn="l">
              <a:spcBef>
                <a:spcPts val="360"/>
              </a:spcBef>
              <a:spcAft>
                <a:spcPts val="0"/>
              </a:spcAft>
              <a:buSzPts val="1080"/>
              <a:buChar char="❑"/>
              <a:defRPr/>
            </a:lvl2pPr>
            <a:lvl3pPr indent="-302894" lvl="2" marL="1371600" algn="l">
              <a:spcBef>
                <a:spcPts val="360"/>
              </a:spcBef>
              <a:spcAft>
                <a:spcPts val="0"/>
              </a:spcAft>
              <a:buSzPts val="1170"/>
              <a:buChar char="■"/>
              <a:defRPr/>
            </a:lvl3pPr>
            <a:lvl4pPr indent="-308610" lvl="3" marL="1828800" algn="l">
              <a:spcBef>
                <a:spcPts val="360"/>
              </a:spcBef>
              <a:spcAft>
                <a:spcPts val="0"/>
              </a:spcAft>
              <a:buSzPts val="126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42" name="Google Shape;42;p31"/>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1"/>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4" name="Shape 44"/>
        <p:cNvGrpSpPr/>
        <p:nvPr/>
      </p:nvGrpSpPr>
      <p:grpSpPr>
        <a:xfrm>
          <a:off x="0" y="0"/>
          <a:ext cx="0" cy="0"/>
          <a:chOff x="0" y="0"/>
          <a:chExt cx="0" cy="0"/>
        </a:xfrm>
      </p:grpSpPr>
      <p:sp>
        <p:nvSpPr>
          <p:cNvPr id="45" name="Google Shape;45;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2"/>
          <p:cNvSpPr/>
          <p:nvPr>
            <p:ph idx="2" type="pic"/>
          </p:nvPr>
        </p:nvSpPr>
        <p:spPr>
          <a:xfrm>
            <a:off x="1792288" y="612775"/>
            <a:ext cx="5486400" cy="4114800"/>
          </a:xfrm>
          <a:prstGeom prst="rect">
            <a:avLst/>
          </a:prstGeom>
          <a:noFill/>
          <a:ln cap="flat" cmpd="sng" w="12700">
            <a:solidFill>
              <a:schemeClr val="lt2"/>
            </a:solidFill>
            <a:prstDash val="solid"/>
            <a:miter lim="800000"/>
            <a:headEnd len="sm" w="sm" type="none"/>
            <a:tailEnd len="sm" w="sm" type="none"/>
          </a:ln>
        </p:spPr>
      </p:sp>
      <p:sp>
        <p:nvSpPr>
          <p:cNvPr id="47" name="Google Shape;47;p32"/>
          <p:cNvSpPr txBox="1"/>
          <p:nvPr>
            <p:ph idx="1" type="body"/>
          </p:nvPr>
        </p:nvSpPr>
        <p:spPr>
          <a:xfrm>
            <a:off x="1792288" y="5367338"/>
            <a:ext cx="5486400" cy="804862"/>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228600" lvl="0" marL="457200" algn="l">
              <a:spcBef>
                <a:spcPts val="280"/>
              </a:spcBef>
              <a:spcAft>
                <a:spcPts val="0"/>
              </a:spcAft>
              <a:buSzPts val="910"/>
              <a:buNone/>
              <a:defRPr sz="1400"/>
            </a:lvl1pPr>
            <a:lvl2pPr indent="-228600" lvl="1" marL="914400" algn="l">
              <a:spcBef>
                <a:spcPts val="240"/>
              </a:spcBef>
              <a:spcAft>
                <a:spcPts val="0"/>
              </a:spcAft>
              <a:buSzPts val="72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
        <p:nvSpPr>
          <p:cNvPr id="48" name="Google Shape;48;p32"/>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2"/>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 type="body"/>
          </p:nvPr>
        </p:nvSpPr>
        <p:spPr>
          <a:xfrm>
            <a:off x="3575050" y="273050"/>
            <a:ext cx="5111750" cy="5853113"/>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60680" lvl="0" marL="457200" algn="l">
              <a:spcBef>
                <a:spcPts val="640"/>
              </a:spcBef>
              <a:spcAft>
                <a:spcPts val="0"/>
              </a:spcAft>
              <a:buSzPts val="2080"/>
              <a:buChar char="■"/>
              <a:defRPr sz="3200"/>
            </a:lvl1pPr>
            <a:lvl2pPr indent="-335280" lvl="1" marL="914400" algn="l">
              <a:spcBef>
                <a:spcPts val="560"/>
              </a:spcBef>
              <a:spcAft>
                <a:spcPts val="0"/>
              </a:spcAft>
              <a:buSzPts val="1680"/>
              <a:buChar char="❑"/>
              <a:defRPr sz="2800"/>
            </a:lvl2pPr>
            <a:lvl3pPr indent="-327660" lvl="2" marL="1371600" algn="l">
              <a:spcBef>
                <a:spcPts val="480"/>
              </a:spcBef>
              <a:spcAft>
                <a:spcPts val="0"/>
              </a:spcAft>
              <a:buSzPts val="1560"/>
              <a:buChar char="■"/>
              <a:defRPr sz="2400"/>
            </a:lvl3pPr>
            <a:lvl4pPr indent="-317500" lvl="3" marL="1828800" algn="l">
              <a:spcBef>
                <a:spcPts val="400"/>
              </a:spcBef>
              <a:spcAft>
                <a:spcPts val="0"/>
              </a:spcAft>
              <a:buSzPts val="1400"/>
              <a:buChar char="❑"/>
              <a:defRPr sz="2000"/>
            </a:lvl4pPr>
            <a:lvl5pPr indent="-323850" lvl="4" marL="2286000" algn="l">
              <a:spcBef>
                <a:spcPts val="400"/>
              </a:spcBef>
              <a:spcAft>
                <a:spcPts val="0"/>
              </a:spcAft>
              <a:buSzPts val="1500"/>
              <a:buChar char="▪"/>
              <a:defRPr sz="2000"/>
            </a:lvl5pPr>
            <a:lvl6pPr indent="-323850" lvl="5" marL="2743200" algn="l">
              <a:spcBef>
                <a:spcPts val="400"/>
              </a:spcBef>
              <a:spcAft>
                <a:spcPts val="0"/>
              </a:spcAft>
              <a:buSzPts val="1500"/>
              <a:buChar char="▪"/>
              <a:defRPr sz="2000"/>
            </a:lvl6pPr>
            <a:lvl7pPr indent="-323850" lvl="6" marL="3200400" algn="l">
              <a:spcBef>
                <a:spcPts val="400"/>
              </a:spcBef>
              <a:spcAft>
                <a:spcPts val="0"/>
              </a:spcAft>
              <a:buSzPts val="1500"/>
              <a:buChar char="▪"/>
              <a:defRPr sz="2000"/>
            </a:lvl7pPr>
            <a:lvl8pPr indent="-323850" lvl="7" marL="3657600" algn="l">
              <a:spcBef>
                <a:spcPts val="400"/>
              </a:spcBef>
              <a:spcAft>
                <a:spcPts val="0"/>
              </a:spcAft>
              <a:buSzPts val="1500"/>
              <a:buChar char="▪"/>
              <a:defRPr sz="2000"/>
            </a:lvl8pPr>
            <a:lvl9pPr indent="-323850" lvl="8" marL="4114800" algn="l">
              <a:spcBef>
                <a:spcPts val="400"/>
              </a:spcBef>
              <a:spcAft>
                <a:spcPts val="0"/>
              </a:spcAft>
              <a:buSzPts val="1500"/>
              <a:buChar char="▪"/>
              <a:defRPr sz="2000"/>
            </a:lvl9pPr>
          </a:lstStyle>
          <a:p/>
        </p:txBody>
      </p:sp>
      <p:sp>
        <p:nvSpPr>
          <p:cNvPr id="53" name="Google Shape;53;p33"/>
          <p:cNvSpPr txBox="1"/>
          <p:nvPr>
            <p:ph idx="2" type="body"/>
          </p:nvPr>
        </p:nvSpPr>
        <p:spPr>
          <a:xfrm>
            <a:off x="457200" y="1435100"/>
            <a:ext cx="3008313" cy="4691063"/>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228600" lvl="0" marL="457200" algn="l">
              <a:spcBef>
                <a:spcPts val="280"/>
              </a:spcBef>
              <a:spcAft>
                <a:spcPts val="0"/>
              </a:spcAft>
              <a:buSzPts val="910"/>
              <a:buNone/>
              <a:defRPr sz="1400"/>
            </a:lvl1pPr>
            <a:lvl2pPr indent="-228600" lvl="1" marL="914400" algn="l">
              <a:spcBef>
                <a:spcPts val="240"/>
              </a:spcBef>
              <a:spcAft>
                <a:spcPts val="0"/>
              </a:spcAft>
              <a:buSzPts val="72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
        <p:nvSpPr>
          <p:cNvPr id="54" name="Google Shape;54;p33"/>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3"/>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4"/>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4"/>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35"/>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5"/>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5"/>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3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6"/>
          <p:cNvSpPr txBox="1"/>
          <p:nvPr>
            <p:ph idx="1" type="body"/>
          </p:nvPr>
        </p:nvSpPr>
        <p:spPr>
          <a:xfrm>
            <a:off x="457200" y="1535113"/>
            <a:ext cx="4040188" cy="639762"/>
          </a:xfrm>
          <a:prstGeom prst="rect">
            <a:avLst/>
          </a:prstGeom>
          <a:noFill/>
          <a:ln cap="flat" cmpd="sng" w="12700">
            <a:solidFill>
              <a:schemeClr val="lt2"/>
            </a:solidFill>
            <a:prstDash val="solid"/>
            <a:miter lim="800000"/>
            <a:headEnd len="sm" w="sm" type="none"/>
            <a:tailEnd len="sm" w="sm" type="none"/>
          </a:ln>
        </p:spPr>
        <p:txBody>
          <a:bodyPr anchorCtr="0" anchor="b" bIns="45700" lIns="91425" spcFirstLastPara="1" rIns="91425" wrap="square" tIns="45700">
            <a:noAutofit/>
          </a:bodyPr>
          <a:lstStyle>
            <a:lvl1pPr indent="-228600" lvl="0" marL="457200" algn="l">
              <a:spcBef>
                <a:spcPts val="480"/>
              </a:spcBef>
              <a:spcAft>
                <a:spcPts val="0"/>
              </a:spcAft>
              <a:buSzPts val="1560"/>
              <a:buNone/>
              <a:defRPr b="1" sz="2400"/>
            </a:lvl1pPr>
            <a:lvl2pPr indent="-228600" lvl="1" marL="914400" algn="l">
              <a:spcBef>
                <a:spcPts val="400"/>
              </a:spcBef>
              <a:spcAft>
                <a:spcPts val="0"/>
              </a:spcAft>
              <a:buSzPts val="12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66" name="Google Shape;66;p36"/>
          <p:cNvSpPr txBox="1"/>
          <p:nvPr>
            <p:ph idx="2" type="body"/>
          </p:nvPr>
        </p:nvSpPr>
        <p:spPr>
          <a:xfrm>
            <a:off x="457200" y="2174875"/>
            <a:ext cx="4040188" cy="3951288"/>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27660" lvl="0" marL="457200" algn="l">
              <a:spcBef>
                <a:spcPts val="480"/>
              </a:spcBef>
              <a:spcAft>
                <a:spcPts val="0"/>
              </a:spcAft>
              <a:buSzPts val="1560"/>
              <a:buChar char="■"/>
              <a:defRPr sz="2400"/>
            </a:lvl1pPr>
            <a:lvl2pPr indent="-304800" lvl="1" marL="914400" algn="l">
              <a:spcBef>
                <a:spcPts val="400"/>
              </a:spcBef>
              <a:spcAft>
                <a:spcPts val="0"/>
              </a:spcAft>
              <a:buSzPts val="1200"/>
              <a:buChar char="❑"/>
              <a:defRPr sz="2000"/>
            </a:lvl2pPr>
            <a:lvl3pPr indent="-302894" lvl="2" marL="1371600" algn="l">
              <a:spcBef>
                <a:spcPts val="360"/>
              </a:spcBef>
              <a:spcAft>
                <a:spcPts val="0"/>
              </a:spcAft>
              <a:buSzPts val="1170"/>
              <a:buChar char="■"/>
              <a:defRPr sz="1800"/>
            </a:lvl3pPr>
            <a:lvl4pPr indent="-299719" lvl="3" marL="1828800" algn="l">
              <a:spcBef>
                <a:spcPts val="320"/>
              </a:spcBef>
              <a:spcAft>
                <a:spcPts val="0"/>
              </a:spcAft>
              <a:buSzPts val="112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
        <p:nvSpPr>
          <p:cNvPr id="67" name="Google Shape;67;p36"/>
          <p:cNvSpPr txBox="1"/>
          <p:nvPr>
            <p:ph idx="3" type="body"/>
          </p:nvPr>
        </p:nvSpPr>
        <p:spPr>
          <a:xfrm>
            <a:off x="4645025" y="1535113"/>
            <a:ext cx="4041775" cy="639762"/>
          </a:xfrm>
          <a:prstGeom prst="rect">
            <a:avLst/>
          </a:prstGeom>
          <a:noFill/>
          <a:ln cap="flat" cmpd="sng" w="12700">
            <a:solidFill>
              <a:schemeClr val="lt2"/>
            </a:solidFill>
            <a:prstDash val="solid"/>
            <a:miter lim="800000"/>
            <a:headEnd len="sm" w="sm" type="none"/>
            <a:tailEnd len="sm" w="sm" type="none"/>
          </a:ln>
        </p:spPr>
        <p:txBody>
          <a:bodyPr anchorCtr="0" anchor="b" bIns="45700" lIns="91425" spcFirstLastPara="1" rIns="91425" wrap="square" tIns="45700">
            <a:noAutofit/>
          </a:bodyPr>
          <a:lstStyle>
            <a:lvl1pPr indent="-228600" lvl="0" marL="457200" algn="l">
              <a:spcBef>
                <a:spcPts val="480"/>
              </a:spcBef>
              <a:spcAft>
                <a:spcPts val="0"/>
              </a:spcAft>
              <a:buSzPts val="1560"/>
              <a:buNone/>
              <a:defRPr b="1" sz="2400"/>
            </a:lvl1pPr>
            <a:lvl2pPr indent="-228600" lvl="1" marL="914400" algn="l">
              <a:spcBef>
                <a:spcPts val="400"/>
              </a:spcBef>
              <a:spcAft>
                <a:spcPts val="0"/>
              </a:spcAft>
              <a:buSzPts val="12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68" name="Google Shape;68;p36"/>
          <p:cNvSpPr txBox="1"/>
          <p:nvPr>
            <p:ph idx="4" type="body"/>
          </p:nvPr>
        </p:nvSpPr>
        <p:spPr>
          <a:xfrm>
            <a:off x="4645025" y="2174875"/>
            <a:ext cx="4041775" cy="3951288"/>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27660" lvl="0" marL="457200" algn="l">
              <a:spcBef>
                <a:spcPts val="480"/>
              </a:spcBef>
              <a:spcAft>
                <a:spcPts val="0"/>
              </a:spcAft>
              <a:buSzPts val="1560"/>
              <a:buChar char="■"/>
              <a:defRPr sz="2400"/>
            </a:lvl1pPr>
            <a:lvl2pPr indent="-304800" lvl="1" marL="914400" algn="l">
              <a:spcBef>
                <a:spcPts val="400"/>
              </a:spcBef>
              <a:spcAft>
                <a:spcPts val="0"/>
              </a:spcAft>
              <a:buSzPts val="1200"/>
              <a:buChar char="❑"/>
              <a:defRPr sz="2000"/>
            </a:lvl2pPr>
            <a:lvl3pPr indent="-302894" lvl="2" marL="1371600" algn="l">
              <a:spcBef>
                <a:spcPts val="360"/>
              </a:spcBef>
              <a:spcAft>
                <a:spcPts val="0"/>
              </a:spcAft>
              <a:buSzPts val="1170"/>
              <a:buChar char="■"/>
              <a:defRPr sz="1800"/>
            </a:lvl3pPr>
            <a:lvl4pPr indent="-299719" lvl="3" marL="1828800" algn="l">
              <a:spcBef>
                <a:spcPts val="320"/>
              </a:spcBef>
              <a:spcAft>
                <a:spcPts val="0"/>
              </a:spcAft>
              <a:buSzPts val="112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
        <p:nvSpPr>
          <p:cNvPr id="69" name="Google Shape;69;p36"/>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37"/>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 type="body"/>
          </p:nvPr>
        </p:nvSpPr>
        <p:spPr>
          <a:xfrm>
            <a:off x="455613" y="1598613"/>
            <a:ext cx="4037012" cy="45339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44170" lvl="0" marL="457200" algn="l">
              <a:spcBef>
                <a:spcPts val="560"/>
              </a:spcBef>
              <a:spcAft>
                <a:spcPts val="0"/>
              </a:spcAft>
              <a:buSzPts val="1820"/>
              <a:buChar char="■"/>
              <a:defRPr sz="2800"/>
            </a:lvl1pPr>
            <a:lvl2pPr indent="-320040" lvl="1" marL="914400" algn="l">
              <a:spcBef>
                <a:spcPts val="480"/>
              </a:spcBef>
              <a:spcAft>
                <a:spcPts val="0"/>
              </a:spcAft>
              <a:buSzPts val="1440"/>
              <a:buChar char="❑"/>
              <a:defRPr sz="2400"/>
            </a:lvl2pPr>
            <a:lvl3pPr indent="-311150" lvl="2" marL="1371600" algn="l">
              <a:spcBef>
                <a:spcPts val="400"/>
              </a:spcBef>
              <a:spcAft>
                <a:spcPts val="0"/>
              </a:spcAft>
              <a:buSzPts val="1300"/>
              <a:buChar char="■"/>
              <a:defRPr sz="2000"/>
            </a:lvl3pPr>
            <a:lvl4pPr indent="-308610" lvl="3" marL="1828800" algn="l">
              <a:spcBef>
                <a:spcPts val="360"/>
              </a:spcBef>
              <a:spcAft>
                <a:spcPts val="0"/>
              </a:spcAft>
              <a:buSzPts val="126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
        <p:nvSpPr>
          <p:cNvPr id="74" name="Google Shape;74;p37"/>
          <p:cNvSpPr txBox="1"/>
          <p:nvPr>
            <p:ph idx="2" type="body"/>
          </p:nvPr>
        </p:nvSpPr>
        <p:spPr>
          <a:xfrm>
            <a:off x="4645025" y="1598613"/>
            <a:ext cx="4037013" cy="45339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44170" lvl="0" marL="457200" algn="l">
              <a:spcBef>
                <a:spcPts val="560"/>
              </a:spcBef>
              <a:spcAft>
                <a:spcPts val="0"/>
              </a:spcAft>
              <a:buSzPts val="1820"/>
              <a:buChar char="■"/>
              <a:defRPr sz="2800"/>
            </a:lvl1pPr>
            <a:lvl2pPr indent="-320040" lvl="1" marL="914400" algn="l">
              <a:spcBef>
                <a:spcPts val="480"/>
              </a:spcBef>
              <a:spcAft>
                <a:spcPts val="0"/>
              </a:spcAft>
              <a:buSzPts val="1440"/>
              <a:buChar char="❑"/>
              <a:defRPr sz="2400"/>
            </a:lvl2pPr>
            <a:lvl3pPr indent="-311150" lvl="2" marL="1371600" algn="l">
              <a:spcBef>
                <a:spcPts val="400"/>
              </a:spcBef>
              <a:spcAft>
                <a:spcPts val="0"/>
              </a:spcAft>
              <a:buSzPts val="1300"/>
              <a:buChar char="■"/>
              <a:defRPr sz="2000"/>
            </a:lvl3pPr>
            <a:lvl4pPr indent="-308610" lvl="3" marL="1828800" algn="l">
              <a:spcBef>
                <a:spcPts val="360"/>
              </a:spcBef>
              <a:spcAft>
                <a:spcPts val="0"/>
              </a:spcAft>
              <a:buSzPts val="126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
        <p:nvSpPr>
          <p:cNvPr id="75" name="Google Shape;75;p37"/>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sp>
        <p:nvSpPr>
          <p:cNvPr id="78" name="Google Shape;78;p3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 type="body"/>
          </p:nvPr>
        </p:nvSpPr>
        <p:spPr>
          <a:xfrm>
            <a:off x="722313" y="2906713"/>
            <a:ext cx="7772400" cy="1500187"/>
          </a:xfrm>
          <a:prstGeom prst="rect">
            <a:avLst/>
          </a:prstGeom>
          <a:noFill/>
          <a:ln cap="flat" cmpd="sng" w="12700">
            <a:solidFill>
              <a:schemeClr val="lt2"/>
            </a:solidFill>
            <a:prstDash val="solid"/>
            <a:miter lim="800000"/>
            <a:headEnd len="sm" w="sm" type="none"/>
            <a:tailEnd len="sm" w="sm" type="none"/>
          </a:ln>
        </p:spPr>
        <p:txBody>
          <a:bodyPr anchorCtr="0" anchor="b" bIns="45700" lIns="91425" spcFirstLastPara="1" rIns="91425" wrap="square" tIns="45700">
            <a:noAutofit/>
          </a:bodyPr>
          <a:lstStyle>
            <a:lvl1pPr indent="-228600" lvl="0" marL="457200" algn="l">
              <a:spcBef>
                <a:spcPts val="400"/>
              </a:spcBef>
              <a:spcAft>
                <a:spcPts val="0"/>
              </a:spcAft>
              <a:buSzPts val="1300"/>
              <a:buNone/>
              <a:defRPr sz="2000"/>
            </a:lvl1pPr>
            <a:lvl2pPr indent="-228600" lvl="1" marL="914400" algn="l">
              <a:spcBef>
                <a:spcPts val="360"/>
              </a:spcBef>
              <a:spcAft>
                <a:spcPts val="0"/>
              </a:spcAft>
              <a:buSzPts val="1080"/>
              <a:buNone/>
              <a:defRPr sz="1800"/>
            </a:lvl2pPr>
            <a:lvl3pPr indent="-228600" lvl="2" marL="1371600" algn="l">
              <a:spcBef>
                <a:spcPts val="320"/>
              </a:spcBef>
              <a:spcAft>
                <a:spcPts val="0"/>
              </a:spcAft>
              <a:buSzPts val="1040"/>
              <a:buNone/>
              <a:defRPr sz="1600"/>
            </a:lvl3pPr>
            <a:lvl4pPr indent="-228600" lvl="3" marL="1828800" algn="l">
              <a:spcBef>
                <a:spcPts val="280"/>
              </a:spcBef>
              <a:spcAft>
                <a:spcPts val="0"/>
              </a:spcAft>
              <a:buSzPts val="980"/>
              <a:buNone/>
              <a:defRPr sz="1400"/>
            </a:lvl4pPr>
            <a:lvl5pPr indent="-228600" lvl="4" marL="2286000" algn="l">
              <a:spcBef>
                <a:spcPts val="280"/>
              </a:spcBef>
              <a:spcAft>
                <a:spcPts val="0"/>
              </a:spcAft>
              <a:buSzPts val="1050"/>
              <a:buNone/>
              <a:defRPr sz="1400"/>
            </a:lvl5pPr>
            <a:lvl6pPr indent="-228600" lvl="5" marL="2743200" algn="l">
              <a:spcBef>
                <a:spcPts val="280"/>
              </a:spcBef>
              <a:spcAft>
                <a:spcPts val="0"/>
              </a:spcAft>
              <a:buSzPts val="1050"/>
              <a:buNone/>
              <a:defRPr sz="1400"/>
            </a:lvl6pPr>
            <a:lvl7pPr indent="-228600" lvl="6" marL="3200400" algn="l">
              <a:spcBef>
                <a:spcPts val="280"/>
              </a:spcBef>
              <a:spcAft>
                <a:spcPts val="0"/>
              </a:spcAft>
              <a:buSzPts val="1050"/>
              <a:buNone/>
              <a:defRPr sz="1400"/>
            </a:lvl7pPr>
            <a:lvl8pPr indent="-228600" lvl="7" marL="3657600" algn="l">
              <a:spcBef>
                <a:spcPts val="280"/>
              </a:spcBef>
              <a:spcAft>
                <a:spcPts val="0"/>
              </a:spcAft>
              <a:buSzPts val="1050"/>
              <a:buNone/>
              <a:defRPr sz="1400"/>
            </a:lvl8pPr>
            <a:lvl9pPr indent="-228600" lvl="8" marL="4114800" algn="l">
              <a:spcBef>
                <a:spcPts val="280"/>
              </a:spcBef>
              <a:spcAft>
                <a:spcPts val="0"/>
              </a:spcAft>
              <a:buSzPts val="1050"/>
              <a:buNone/>
              <a:defRPr sz="1400"/>
            </a:lvl9pPr>
          </a:lstStyle>
          <a:p/>
        </p:txBody>
      </p:sp>
      <p:sp>
        <p:nvSpPr>
          <p:cNvPr id="80" name="Google Shape;80;p38"/>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i="1" sz="1400">
                <a:solidFill>
                  <a:srgbClr val="716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8"/>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42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42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42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42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42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42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42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4200" u="none" cap="none" strike="noStrike">
                <a:solidFill>
                  <a:schemeClr val="dk2"/>
                </a:solidFill>
                <a:latin typeface="Arial"/>
                <a:ea typeface="Arial"/>
                <a:cs typeface="Arial"/>
                <a:sym typeface="Arial"/>
              </a:defRPr>
            </a:lvl9pPr>
          </a:lstStyle>
          <a:p/>
        </p:txBody>
      </p:sp>
      <p:sp>
        <p:nvSpPr>
          <p:cNvPr id="11" name="Google Shape;11;p26"/>
          <p:cNvSpPr txBox="1"/>
          <p:nvPr>
            <p:ph idx="1" type="body"/>
          </p:nvPr>
        </p:nvSpPr>
        <p:spPr>
          <a:xfrm>
            <a:off x="455612" y="1598612"/>
            <a:ext cx="8226425" cy="45339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noAutofit/>
          </a:bodyPr>
          <a:lstStyle>
            <a:lvl1pPr indent="-352425" lvl="0" marL="457200" marR="0" rtl="0" algn="l">
              <a:spcBef>
                <a:spcPts val="600"/>
              </a:spcBef>
              <a:spcAft>
                <a:spcPts val="0"/>
              </a:spcAft>
              <a:buClr>
                <a:schemeClr val="accent1"/>
              </a:buClr>
              <a:buSzPts val="1950"/>
              <a:buFont typeface="Noto Sans Symbols"/>
              <a:buChar char="■"/>
              <a:defRPr b="0" i="0" sz="3000" u="none" cap="none" strike="noStrike">
                <a:solidFill>
                  <a:schemeClr val="dk1"/>
                </a:solidFill>
                <a:latin typeface="Arial"/>
                <a:ea typeface="Arial"/>
                <a:cs typeface="Arial"/>
                <a:sym typeface="Arial"/>
              </a:defRPr>
            </a:lvl1pPr>
            <a:lvl2pPr indent="-327660" lvl="1" marL="914400" marR="0" rtl="0" algn="l">
              <a:spcBef>
                <a:spcPts val="520"/>
              </a:spcBef>
              <a:spcAft>
                <a:spcPts val="0"/>
              </a:spcAft>
              <a:buClr>
                <a:schemeClr val="accent2"/>
              </a:buClr>
              <a:buSzPts val="1560"/>
              <a:buFont typeface="Noto Sans Symbols"/>
              <a:buChar char="❑"/>
              <a:defRPr b="0" i="0" sz="2600" u="none" cap="none" strike="noStrike">
                <a:solidFill>
                  <a:schemeClr val="dk1"/>
                </a:solidFill>
                <a:latin typeface="Arial"/>
                <a:ea typeface="Arial"/>
                <a:cs typeface="Arial"/>
                <a:sym typeface="Arial"/>
              </a:defRPr>
            </a:lvl2pPr>
            <a:lvl3pPr indent="-319405" lvl="2" marL="1371600" marR="0" rtl="0" algn="l">
              <a:spcBef>
                <a:spcPts val="440"/>
              </a:spcBef>
              <a:spcAft>
                <a:spcPts val="0"/>
              </a:spcAft>
              <a:buClr>
                <a:schemeClr val="accent1"/>
              </a:buClr>
              <a:buSzPts val="1430"/>
              <a:buFont typeface="Noto Sans Symbols"/>
              <a:buChar char="■"/>
              <a:defRPr b="0" i="0" sz="2200" u="none" cap="none" strike="noStrike">
                <a:solidFill>
                  <a:schemeClr val="dk1"/>
                </a:solidFill>
                <a:latin typeface="Arial"/>
                <a:ea typeface="Arial"/>
                <a:cs typeface="Arial"/>
                <a:sym typeface="Arial"/>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dk1"/>
                </a:solidFill>
                <a:latin typeface="Arial"/>
                <a:ea typeface="Arial"/>
                <a:cs typeface="Arial"/>
                <a:sym typeface="Arial"/>
              </a:defRPr>
            </a:lvl4pPr>
            <a:lvl5pPr indent="-323850" lvl="4" marL="2286000" marR="0" rtl="0" algn="l">
              <a:spcBef>
                <a:spcPts val="400"/>
              </a:spcBef>
              <a:spcAft>
                <a:spcPts val="0"/>
              </a:spcAft>
              <a:buClr>
                <a:schemeClr val="accent1"/>
              </a:buClr>
              <a:buSzPts val="1500"/>
              <a:buFont typeface="Noto Sans Symbols"/>
              <a:buChar char="▪"/>
              <a:defRPr b="0" i="0" sz="2000" u="none" cap="none" strike="noStrike">
                <a:solidFill>
                  <a:schemeClr val="dk1"/>
                </a:solidFill>
                <a:latin typeface="Arial"/>
                <a:ea typeface="Arial"/>
                <a:cs typeface="Arial"/>
                <a:sym typeface="Arial"/>
              </a:defRPr>
            </a:lvl5pPr>
            <a:lvl6pPr indent="-323850" lvl="5" marL="2743200" marR="0" rtl="0" algn="l">
              <a:spcBef>
                <a:spcPts val="400"/>
              </a:spcBef>
              <a:spcAft>
                <a:spcPts val="0"/>
              </a:spcAft>
              <a:buClr>
                <a:schemeClr val="accent1"/>
              </a:buClr>
              <a:buSzPts val="1500"/>
              <a:buFont typeface="Noto Sans Symbols"/>
              <a:buChar char="▪"/>
              <a:defRPr b="0" i="0" sz="2000" u="none" cap="none" strike="noStrike">
                <a:solidFill>
                  <a:schemeClr val="dk1"/>
                </a:solidFill>
                <a:latin typeface="Arial"/>
                <a:ea typeface="Arial"/>
                <a:cs typeface="Arial"/>
                <a:sym typeface="Arial"/>
              </a:defRPr>
            </a:lvl6pPr>
            <a:lvl7pPr indent="-323850" lvl="6" marL="3200400" marR="0" rtl="0" algn="l">
              <a:spcBef>
                <a:spcPts val="400"/>
              </a:spcBef>
              <a:spcAft>
                <a:spcPts val="0"/>
              </a:spcAft>
              <a:buClr>
                <a:schemeClr val="accent1"/>
              </a:buClr>
              <a:buSzPts val="1500"/>
              <a:buFont typeface="Noto Sans Symbols"/>
              <a:buChar char="▪"/>
              <a:defRPr b="0" i="0" sz="2000" u="none" cap="none" strike="noStrike">
                <a:solidFill>
                  <a:schemeClr val="dk1"/>
                </a:solidFill>
                <a:latin typeface="Arial"/>
                <a:ea typeface="Arial"/>
                <a:cs typeface="Arial"/>
                <a:sym typeface="Arial"/>
              </a:defRPr>
            </a:lvl7pPr>
            <a:lvl8pPr indent="-323850" lvl="7" marL="3657600" marR="0" rtl="0" algn="l">
              <a:spcBef>
                <a:spcPts val="400"/>
              </a:spcBef>
              <a:spcAft>
                <a:spcPts val="0"/>
              </a:spcAft>
              <a:buClr>
                <a:schemeClr val="accent1"/>
              </a:buClr>
              <a:buSzPts val="1500"/>
              <a:buFont typeface="Noto Sans Symbols"/>
              <a:buChar char="▪"/>
              <a:defRPr b="0" i="0" sz="2000" u="none" cap="none" strike="noStrike">
                <a:solidFill>
                  <a:schemeClr val="dk1"/>
                </a:solidFill>
                <a:latin typeface="Arial"/>
                <a:ea typeface="Arial"/>
                <a:cs typeface="Arial"/>
                <a:sym typeface="Arial"/>
              </a:defRPr>
            </a:lvl8pPr>
            <a:lvl9pPr indent="-323850" lvl="8" marL="4114800" marR="0" rtl="0" algn="l">
              <a:spcBef>
                <a:spcPts val="400"/>
              </a:spcBef>
              <a:spcAft>
                <a:spcPts val="0"/>
              </a:spcAft>
              <a:buClr>
                <a:schemeClr val="accent1"/>
              </a:buClr>
              <a:buSzPts val="1500"/>
              <a:buFont typeface="Noto Sans Symbols"/>
              <a:buChar char="▪"/>
              <a:defRPr b="0" i="0" sz="2000" u="none" cap="none" strike="noStrike">
                <a:solidFill>
                  <a:schemeClr val="dk1"/>
                </a:solidFill>
                <a:latin typeface="Arial"/>
                <a:ea typeface="Arial"/>
                <a:cs typeface="Arial"/>
                <a:sym typeface="Arial"/>
              </a:defRPr>
            </a:lvl9pPr>
          </a:lstStyle>
          <a:p/>
        </p:txBody>
      </p:sp>
      <p:sp>
        <p:nvSpPr>
          <p:cNvPr id="12" name="Google Shape;12;p26"/>
          <p:cNvSpPr/>
          <p:nvPr/>
        </p:nvSpPr>
        <p:spPr>
          <a:xfrm>
            <a:off x="381000" y="228600"/>
            <a:ext cx="8229600" cy="609600"/>
          </a:xfrm>
          <a:custGeom>
            <a:rect b="b" l="l" r="r" t="t"/>
            <a:pathLst>
              <a:path extrusionOk="0" h="1000" w="1000">
                <a:moveTo>
                  <a:pt x="0" y="1000"/>
                </a:moveTo>
                <a:lnTo>
                  <a:pt x="0" y="0"/>
                </a:lnTo>
                <a:lnTo>
                  <a:pt x="1000" y="0"/>
                </a:lnTo>
              </a:path>
            </a:pathLst>
          </a:custGeom>
          <a:noFill/>
          <a:ln cap="flat" cmpd="sng" w="19050">
            <a:solidFill>
              <a:schemeClr val="accent1"/>
            </a:solidFill>
            <a:prstDash val="solid"/>
            <a:miter lim="524288"/>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3" name="Google Shape;13;p26"/>
          <p:cNvCxnSpPr/>
          <p:nvPr/>
        </p:nvCxnSpPr>
        <p:spPr>
          <a:xfrm>
            <a:off x="457200" y="6172200"/>
            <a:ext cx="8229600" cy="0"/>
          </a:xfrm>
          <a:prstGeom prst="straightConnector1">
            <a:avLst/>
          </a:prstGeom>
          <a:noFill/>
          <a:ln cap="flat" cmpd="sng" w="19050">
            <a:solidFill>
              <a:schemeClr val="accent1"/>
            </a:solidFill>
            <a:prstDash val="solid"/>
            <a:miter lim="800000"/>
            <a:headEnd len="med" w="med" type="none"/>
            <a:tailEnd len="med" w="med" type="none"/>
          </a:ln>
        </p:spPr>
      </p:cxnSp>
      <p:sp>
        <p:nvSpPr>
          <p:cNvPr id="14" name="Google Shape;14;p26"/>
          <p:cNvSpPr txBox="1"/>
          <p:nvPr>
            <p:ph idx="11" type="ftr"/>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1" sz="1400" u="none">
                <a:solidFill>
                  <a:srgbClr val="71602F"/>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26"/>
          <p:cNvSpPr txBox="1"/>
          <p:nvPr>
            <p:ph idx="12" type="sldNum"/>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71602F"/>
              </a:buClr>
              <a:buSzPts val="1400"/>
              <a:buFont typeface="Times New Roman"/>
              <a:buNone/>
              <a:defRPr b="0" i="0" sz="1400" u="none">
                <a:solidFill>
                  <a:srgbClr val="71602F"/>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Ch 2 -</a:t>
            </a: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www.rclcorporate.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88" name="Google Shape;88;p1"/>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89" name="Google Shape;89;p1"/>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1" i="0" lang="en-US" sz="3200" u="none">
                <a:solidFill>
                  <a:srgbClr val="800000"/>
                </a:solidFill>
                <a:latin typeface="Arial"/>
                <a:ea typeface="Arial"/>
                <a:cs typeface="Arial"/>
                <a:sym typeface="Arial"/>
              </a:rPr>
              <a:t>Chapter 2</a:t>
            </a:r>
            <a:br>
              <a:rPr b="1" i="0" lang="en-US" sz="3200" u="none">
                <a:solidFill>
                  <a:schemeClr val="dk2"/>
                </a:solidFill>
                <a:latin typeface="Arial"/>
                <a:ea typeface="Arial"/>
                <a:cs typeface="Arial"/>
                <a:sym typeface="Arial"/>
              </a:rPr>
            </a:br>
            <a:r>
              <a:rPr b="1" i="0" lang="en-US" sz="3200" u="none">
                <a:solidFill>
                  <a:schemeClr val="dk2"/>
                </a:solidFill>
                <a:latin typeface="Arial"/>
                <a:ea typeface="Arial"/>
                <a:cs typeface="Arial"/>
                <a:sym typeface="Arial"/>
              </a:rPr>
              <a:t>The Business Vision &amp; Mission</a:t>
            </a:r>
            <a:endParaRPr/>
          </a:p>
        </p:txBody>
      </p:sp>
      <p:sp>
        <p:nvSpPr>
          <p:cNvPr id="90" name="Google Shape;90;p1"/>
          <p:cNvSpPr txBox="1"/>
          <p:nvPr>
            <p:ph idx="1" type="body"/>
          </p:nvPr>
        </p:nvSpPr>
        <p:spPr>
          <a:xfrm>
            <a:off x="1295400" y="1828800"/>
            <a:ext cx="4037012" cy="3848100"/>
          </a:xfrm>
          <a:prstGeom prst="rect">
            <a:avLst/>
          </a:prstGeom>
          <a:solidFill>
            <a:schemeClr val="lt2">
              <a:alpha val="89411"/>
            </a:schemeClr>
          </a:solidFill>
          <a:ln>
            <a:noFill/>
          </a:ln>
        </p:spPr>
        <p:txBody>
          <a:bodyPr anchorCtr="0" anchor="t" bIns="45700" lIns="91425" spcFirstLastPara="1" rIns="91425" wrap="square" tIns="45700">
            <a:noAutofit/>
          </a:bodyPr>
          <a:lstStyle/>
          <a:p>
            <a:pPr indent="-342900" lvl="0" marL="342900" rtl="0" algn="ctr">
              <a:lnSpc>
                <a:spcPct val="100000"/>
              </a:lnSpc>
              <a:spcBef>
                <a:spcPts val="0"/>
              </a:spcBef>
              <a:spcAft>
                <a:spcPts val="0"/>
              </a:spcAft>
              <a:buSzPts val="1690"/>
              <a:buNone/>
            </a:pPr>
            <a:r>
              <a:t/>
            </a:r>
            <a:endParaRPr b="1" i="0" sz="2600" u="none">
              <a:solidFill>
                <a:schemeClr val="dk1"/>
              </a:solidFill>
              <a:latin typeface="Arial"/>
              <a:ea typeface="Arial"/>
              <a:cs typeface="Arial"/>
              <a:sym typeface="Arial"/>
            </a:endParaRPr>
          </a:p>
          <a:p>
            <a:pPr indent="-342900" lvl="0" marL="342900" rtl="0" algn="ctr">
              <a:lnSpc>
                <a:spcPct val="100000"/>
              </a:lnSpc>
              <a:spcBef>
                <a:spcPts val="480"/>
              </a:spcBef>
              <a:spcAft>
                <a:spcPts val="0"/>
              </a:spcAft>
              <a:buSzPts val="1560"/>
              <a:buNone/>
            </a:pPr>
            <a:r>
              <a:rPr b="1" i="0" lang="en-US" sz="2400" u="none">
                <a:solidFill>
                  <a:schemeClr val="dk1"/>
                </a:solidFill>
                <a:latin typeface="Arial"/>
                <a:ea typeface="Arial"/>
                <a:cs typeface="Arial"/>
                <a:sym typeface="Arial"/>
              </a:rPr>
              <a:t>Strategic Management: </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Concepts &amp; Cases</a:t>
            </a:r>
            <a:endParaRPr/>
          </a:p>
          <a:p>
            <a:pPr indent="-342900" lvl="0" marL="342900" rtl="0" algn="ctr">
              <a:lnSpc>
                <a:spcPct val="100000"/>
              </a:lnSpc>
              <a:spcBef>
                <a:spcPts val="480"/>
              </a:spcBef>
              <a:spcAft>
                <a:spcPts val="0"/>
              </a:spcAft>
              <a:buSzPts val="1560"/>
              <a:buNone/>
            </a:pPr>
            <a:r>
              <a:rPr b="1" i="0" lang="en-US" sz="2400" u="none">
                <a:solidFill>
                  <a:schemeClr val="dk1"/>
                </a:solidFill>
                <a:latin typeface="Arial"/>
                <a:ea typeface="Arial"/>
                <a:cs typeface="Arial"/>
                <a:sym typeface="Arial"/>
              </a:rPr>
              <a:t>13</a:t>
            </a:r>
            <a:r>
              <a:rPr b="1" baseline="30000" i="0" lang="en-US" sz="2400" u="none">
                <a:solidFill>
                  <a:schemeClr val="dk1"/>
                </a:solidFill>
                <a:latin typeface="Arial"/>
                <a:ea typeface="Arial"/>
                <a:cs typeface="Arial"/>
                <a:sym typeface="Arial"/>
              </a:rPr>
              <a:t>th</a:t>
            </a:r>
            <a:r>
              <a:rPr b="1" i="0" lang="en-US" sz="2400" u="none">
                <a:solidFill>
                  <a:schemeClr val="dk1"/>
                </a:solidFill>
                <a:latin typeface="Arial"/>
                <a:ea typeface="Arial"/>
                <a:cs typeface="Arial"/>
                <a:sym typeface="Arial"/>
              </a:rPr>
              <a:t> Edition</a:t>
            </a:r>
            <a:endParaRPr/>
          </a:p>
          <a:p>
            <a:pPr indent="-342900" lvl="0" marL="342900" rtl="0" algn="ctr">
              <a:lnSpc>
                <a:spcPct val="100000"/>
              </a:lnSpc>
              <a:spcBef>
                <a:spcPts val="480"/>
              </a:spcBef>
              <a:spcAft>
                <a:spcPts val="0"/>
              </a:spcAft>
              <a:buSzPts val="1560"/>
              <a:buNone/>
            </a:pPr>
            <a:r>
              <a:rPr b="1" i="0" lang="en-US" sz="2400" u="none">
                <a:solidFill>
                  <a:schemeClr val="dk1"/>
                </a:solidFill>
                <a:latin typeface="Arial"/>
                <a:ea typeface="Arial"/>
                <a:cs typeface="Arial"/>
                <a:sym typeface="Arial"/>
              </a:rPr>
              <a:t>Fred David</a:t>
            </a:r>
            <a:br>
              <a:rPr b="1" i="0" lang="en-US" sz="2400" u="none">
                <a:solidFill>
                  <a:schemeClr val="dk1"/>
                </a:solidFill>
                <a:latin typeface="Arial"/>
                <a:ea typeface="Arial"/>
                <a:cs typeface="Arial"/>
                <a:sym typeface="Arial"/>
              </a:rPr>
            </a:br>
            <a:br>
              <a:rPr b="1" i="0" lang="en-US" sz="2100" u="none">
                <a:solidFill>
                  <a:srgbClr val="800000"/>
                </a:solidFill>
                <a:latin typeface="Arial"/>
                <a:ea typeface="Arial"/>
                <a:cs typeface="Arial"/>
                <a:sym typeface="Arial"/>
              </a:rPr>
            </a:br>
            <a:br>
              <a:rPr b="1" i="0" lang="en-US" sz="2100" u="none">
                <a:solidFill>
                  <a:srgbClr val="800000"/>
                </a:solidFill>
                <a:latin typeface="Arial"/>
                <a:ea typeface="Arial"/>
                <a:cs typeface="Arial"/>
                <a:sym typeface="Arial"/>
              </a:rPr>
            </a:br>
            <a:endParaRPr b="0" i="0" sz="1600" u="none">
              <a:solidFill>
                <a:schemeClr val="dk1"/>
              </a:solidFill>
              <a:latin typeface="Arial"/>
              <a:ea typeface="Arial"/>
              <a:cs typeface="Arial"/>
              <a:sym typeface="Arial"/>
            </a:endParaRPr>
          </a:p>
          <a:p>
            <a:pPr indent="-276860" lvl="0" marL="342900" rtl="0" algn="l">
              <a:spcBef>
                <a:spcPts val="320"/>
              </a:spcBef>
              <a:spcAft>
                <a:spcPts val="0"/>
              </a:spcAft>
              <a:buSzPts val="1040"/>
              <a:buNone/>
            </a:pPr>
            <a:r>
              <a:t/>
            </a:r>
            <a:endParaRPr b="0" i="0" sz="1600" u="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97" name="Google Shape;97;p2"/>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98" name="Google Shape;98;p2"/>
          <p:cNvSpPr txBox="1"/>
          <p:nvPr>
            <p:ph idx="1" type="body"/>
          </p:nvPr>
        </p:nvSpPr>
        <p:spPr>
          <a:xfrm>
            <a:off x="455612" y="1065212"/>
            <a:ext cx="8078700" cy="15255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SzPts val="1950"/>
              <a:buNone/>
            </a:pPr>
            <a:br>
              <a:rPr b="0" i="1" lang="en-US" sz="3000" u="none">
                <a:solidFill>
                  <a:schemeClr val="dk1"/>
                </a:solidFill>
                <a:latin typeface="Arial"/>
                <a:ea typeface="Arial"/>
                <a:cs typeface="Arial"/>
                <a:sym typeface="Arial"/>
              </a:rPr>
            </a:br>
            <a:r>
              <a:rPr b="0" i="0" lang="en-US" sz="3800" u="none">
                <a:solidFill>
                  <a:schemeClr val="dk1"/>
                </a:solidFill>
                <a:latin typeface="Arial"/>
                <a:ea typeface="Arial"/>
                <a:cs typeface="Arial"/>
                <a:sym typeface="Arial"/>
              </a:rPr>
              <a:t>“What do we want to become?”</a:t>
            </a:r>
            <a:endParaRPr b="0" i="1" sz="3800" u="none">
              <a:solidFill>
                <a:schemeClr val="dk1"/>
              </a:solidFill>
              <a:latin typeface="Arial"/>
              <a:ea typeface="Arial"/>
              <a:cs typeface="Arial"/>
              <a:sym typeface="Arial"/>
            </a:endParaRPr>
          </a:p>
          <a:p>
            <a:pPr indent="-186055" lvl="0" marL="342900" rtl="0" algn="l">
              <a:spcBef>
                <a:spcPts val="760"/>
              </a:spcBef>
              <a:spcAft>
                <a:spcPts val="0"/>
              </a:spcAft>
              <a:buSzPts val="2470"/>
              <a:buNone/>
            </a:pPr>
            <a:r>
              <a:t/>
            </a:r>
            <a:endParaRPr b="0" i="1" sz="3800" u="none">
              <a:solidFill>
                <a:schemeClr val="dk1"/>
              </a:solidFill>
              <a:latin typeface="Arial"/>
              <a:ea typeface="Arial"/>
              <a:cs typeface="Arial"/>
              <a:sym typeface="Arial"/>
            </a:endParaRPr>
          </a:p>
        </p:txBody>
      </p:sp>
      <p:sp>
        <p:nvSpPr>
          <p:cNvPr id="99" name="Google Shape;99;p2"/>
          <p:cNvSpPr txBox="1"/>
          <p:nvPr/>
        </p:nvSpPr>
        <p:spPr>
          <a:xfrm>
            <a:off x="533400" y="457200"/>
            <a:ext cx="6096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Vision</a:t>
            </a:r>
            <a:endParaRPr/>
          </a:p>
        </p:txBody>
      </p:sp>
      <p:pic>
        <p:nvPicPr>
          <p:cNvPr id="100" name="Google Shape;100;p2"/>
          <p:cNvPicPr preferRelativeResize="0"/>
          <p:nvPr/>
        </p:nvPicPr>
        <p:blipFill>
          <a:blip r:embed="rId3">
            <a:alphaModFix/>
          </a:blip>
          <a:stretch>
            <a:fillRect/>
          </a:stretch>
        </p:blipFill>
        <p:spPr>
          <a:xfrm>
            <a:off x="1681033" y="2619279"/>
            <a:ext cx="5627842" cy="2381637"/>
          </a:xfrm>
          <a:prstGeom prst="rect">
            <a:avLst/>
          </a:prstGeom>
          <a:noFill/>
          <a:ln>
            <a:noFill/>
          </a:ln>
        </p:spPr>
      </p:pic>
      <p:sp>
        <p:nvSpPr>
          <p:cNvPr id="101" name="Google Shape;101;p2"/>
          <p:cNvSpPr txBox="1"/>
          <p:nvPr/>
        </p:nvSpPr>
        <p:spPr>
          <a:xfrm>
            <a:off x="2743200" y="54102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https://www.youtube.com/watch?v=VlsgVmj616o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08" name="Google Shape;108;p3"/>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09" name="Google Shape;109;p3"/>
          <p:cNvSpPr txBox="1"/>
          <p:nvPr>
            <p:ph idx="1" type="body"/>
          </p:nvPr>
        </p:nvSpPr>
        <p:spPr>
          <a:xfrm>
            <a:off x="608012" y="2284412"/>
            <a:ext cx="7997825" cy="2363787"/>
          </a:xfrm>
          <a:prstGeom prst="rect">
            <a:avLst/>
          </a:prstGeom>
          <a:noFill/>
          <a:ln>
            <a:noFill/>
          </a:ln>
        </p:spPr>
        <p:txBody>
          <a:bodyPr anchorCtr="0" anchor="t" bIns="46025" lIns="92075" spcFirstLastPara="1" rIns="92075" wrap="square" tIns="46025">
            <a:noAutofit/>
          </a:bodyPr>
          <a:lstStyle/>
          <a:p>
            <a:pPr indent="-342900" lvl="0" marL="342900" rtl="0" algn="l">
              <a:lnSpc>
                <a:spcPct val="90000"/>
              </a:lnSpc>
              <a:spcBef>
                <a:spcPts val="0"/>
              </a:spcBef>
              <a:spcAft>
                <a:spcPts val="0"/>
              </a:spcAft>
              <a:buSzPts val="1170"/>
              <a:buNone/>
            </a:pPr>
            <a:br>
              <a:rPr b="0" i="1" lang="en-US" sz="1800" u="none">
                <a:solidFill>
                  <a:srgbClr val="663300"/>
                </a:solidFill>
                <a:latin typeface="Arial"/>
                <a:ea typeface="Arial"/>
                <a:cs typeface="Arial"/>
                <a:sym typeface="Arial"/>
              </a:rPr>
            </a:br>
            <a:r>
              <a:rPr b="0" i="0" lang="en-US" sz="3800" u="none">
                <a:solidFill>
                  <a:schemeClr val="dk1"/>
                </a:solidFill>
                <a:latin typeface="Arial"/>
                <a:ea typeface="Arial"/>
                <a:cs typeface="Arial"/>
                <a:sym typeface="Arial"/>
              </a:rPr>
              <a:t>General Motors’ vision is to be the world leader in transportation products and related services.</a:t>
            </a:r>
            <a:br>
              <a:rPr b="1" i="0" lang="en-US" sz="3100" u="none">
                <a:solidFill>
                  <a:schemeClr val="dk1"/>
                </a:solidFill>
                <a:latin typeface="Arial"/>
                <a:ea typeface="Arial"/>
                <a:cs typeface="Arial"/>
                <a:sym typeface="Arial"/>
              </a:rPr>
            </a:br>
            <a:endParaRPr/>
          </a:p>
        </p:txBody>
      </p:sp>
      <p:sp>
        <p:nvSpPr>
          <p:cNvPr id="110" name="Google Shape;110;p3"/>
          <p:cNvSpPr txBox="1"/>
          <p:nvPr/>
        </p:nvSpPr>
        <p:spPr>
          <a:xfrm>
            <a:off x="533400" y="457200"/>
            <a:ext cx="6096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Vision Statement Examples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17" name="Google Shape;117;p4"/>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18" name="Google Shape;118;p4"/>
          <p:cNvSpPr/>
          <p:nvPr/>
        </p:nvSpPr>
        <p:spPr>
          <a:xfrm>
            <a:off x="4343400" y="3505200"/>
            <a:ext cx="4495800" cy="1752600"/>
          </a:xfrm>
          <a:prstGeom prst="ellipse">
            <a:avLst/>
          </a:prstGeom>
          <a:noFill/>
          <a:ln cap="flat" cmpd="sng" w="127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Comprehensive</a:t>
            </a:r>
            <a:br>
              <a:rPr b="1"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Mission Statement</a:t>
            </a:r>
            <a:endParaRPr/>
          </a:p>
        </p:txBody>
      </p:sp>
      <p:sp>
        <p:nvSpPr>
          <p:cNvPr id="119" name="Google Shape;119;p4"/>
          <p:cNvSpPr/>
          <p:nvPr/>
        </p:nvSpPr>
        <p:spPr>
          <a:xfrm>
            <a:off x="685800" y="2362200"/>
            <a:ext cx="3962400" cy="2514600"/>
          </a:xfrm>
          <a:prstGeom prst="curvedRightArrow">
            <a:avLst>
              <a:gd fmla="val 25000" name="adj1"/>
              <a:gd fmla="val 50000" name="adj2"/>
              <a:gd fmla="val 25000" name="adj3"/>
            </a:avLst>
          </a:prstGeom>
          <a:solidFill>
            <a:schemeClr val="dk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 name="Google Shape;120;p4"/>
          <p:cNvSpPr txBox="1"/>
          <p:nvPr/>
        </p:nvSpPr>
        <p:spPr>
          <a:xfrm>
            <a:off x="533400" y="457200"/>
            <a:ext cx="6096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Vision</a:t>
            </a:r>
            <a:endParaRPr/>
          </a:p>
        </p:txBody>
      </p:sp>
      <p:sp>
        <p:nvSpPr>
          <p:cNvPr id="121" name="Google Shape;121;p4"/>
          <p:cNvSpPr/>
          <p:nvPr/>
        </p:nvSpPr>
        <p:spPr>
          <a:xfrm>
            <a:off x="1752600" y="1905000"/>
            <a:ext cx="4191000" cy="167640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Clear Business</a:t>
            </a:r>
            <a:br>
              <a:rPr b="1"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Vision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 calcmode="lin" valueType="num">
                                      <p:cBhvr additive="base">
                                        <p:cTn dur="500"/>
                                        <p:tgtEl>
                                          <p:spTgt spid="121">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 calcmode="lin" valueType="num">
                                      <p:cBhvr additive="base">
                                        <p:cTn dur="500"/>
                                        <p:tgtEl>
                                          <p:spTgt spid="1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28" name="Google Shape;128;p5"/>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29" name="Google Shape;129;p5"/>
          <p:cNvSpPr txBox="1"/>
          <p:nvPr>
            <p:ph idx="1" type="body"/>
          </p:nvPr>
        </p:nvSpPr>
        <p:spPr>
          <a:xfrm>
            <a:off x="533400" y="1219200"/>
            <a:ext cx="7850100" cy="3581400"/>
          </a:xfrm>
          <a:prstGeom prst="rect">
            <a:avLst/>
          </a:prstGeom>
          <a:noFill/>
          <a:ln>
            <a:noFill/>
          </a:ln>
        </p:spPr>
        <p:txBody>
          <a:bodyPr anchorCtr="0" anchor="t" bIns="46025" lIns="92075" spcFirstLastPara="1" rIns="92075" wrap="square" tIns="46025">
            <a:noAutofit/>
          </a:bodyPr>
          <a:lstStyle/>
          <a:p>
            <a:pPr indent="-202565" lvl="0" marL="342900" rtl="0" algn="l">
              <a:lnSpc>
                <a:spcPct val="100000"/>
              </a:lnSpc>
              <a:spcBef>
                <a:spcPts val="0"/>
              </a:spcBef>
              <a:spcAft>
                <a:spcPts val="0"/>
              </a:spcAft>
              <a:buClr>
                <a:schemeClr val="accent1"/>
              </a:buClr>
              <a:buSzPts val="2210"/>
              <a:buFont typeface="Noto Sans Symbols"/>
              <a:buNone/>
            </a:pPr>
            <a:r>
              <a:t/>
            </a:r>
            <a:endParaRPr b="1" i="0" sz="3400" u="none">
              <a:solidFill>
                <a:schemeClr val="dk1"/>
              </a:solidFill>
              <a:latin typeface="Arial"/>
              <a:ea typeface="Arial"/>
              <a:cs typeface="Arial"/>
              <a:sym typeface="Arial"/>
            </a:endParaRPr>
          </a:p>
          <a:p>
            <a:pPr indent="-342900" lvl="0" marL="342900" rtl="0" algn="l">
              <a:lnSpc>
                <a:spcPct val="100000"/>
              </a:lnSpc>
              <a:spcBef>
                <a:spcPts val="680"/>
              </a:spcBef>
              <a:spcAft>
                <a:spcPts val="0"/>
              </a:spcAft>
              <a:buClr>
                <a:schemeClr val="accent1"/>
              </a:buClr>
              <a:buSzPts val="2210"/>
              <a:buFont typeface="Noto Sans Symbols"/>
              <a:buChar char="■"/>
            </a:pPr>
            <a:r>
              <a:rPr b="1" i="0" lang="en-US" sz="3400" u="none">
                <a:solidFill>
                  <a:schemeClr val="dk1"/>
                </a:solidFill>
                <a:latin typeface="Arial"/>
                <a:ea typeface="Arial"/>
                <a:cs typeface="Arial"/>
                <a:sym typeface="Arial"/>
              </a:rPr>
              <a:t>Answers the question:</a:t>
            </a:r>
            <a:endParaRPr/>
          </a:p>
          <a:p>
            <a:pPr indent="-285750" lvl="1" marL="742950" rtl="0" algn="l">
              <a:lnSpc>
                <a:spcPct val="100000"/>
              </a:lnSpc>
              <a:spcBef>
                <a:spcPts val="600"/>
              </a:spcBef>
              <a:spcAft>
                <a:spcPts val="0"/>
              </a:spcAft>
              <a:buClr>
                <a:schemeClr val="accent2"/>
              </a:buClr>
              <a:buSzPts val="1800"/>
              <a:buFont typeface="Noto Sans Symbols"/>
              <a:buChar char="❑"/>
            </a:pPr>
            <a:r>
              <a:rPr b="1" i="0" lang="en-US" sz="3000" u="none">
                <a:solidFill>
                  <a:schemeClr val="dk1"/>
                </a:solidFill>
                <a:latin typeface="Arial"/>
                <a:ea typeface="Arial"/>
                <a:cs typeface="Arial"/>
                <a:sym typeface="Arial"/>
              </a:rPr>
              <a:t>“What is our business?”</a:t>
            </a:r>
            <a:endParaRPr b="1" i="1" sz="3000" u="none">
              <a:solidFill>
                <a:schemeClr val="dk1"/>
              </a:solidFill>
              <a:latin typeface="Arial"/>
              <a:ea typeface="Arial"/>
              <a:cs typeface="Arial"/>
              <a:sym typeface="Arial"/>
            </a:endParaRPr>
          </a:p>
          <a:p>
            <a:pPr indent="-285750" lvl="1" marL="742950" rtl="0" algn="l">
              <a:lnSpc>
                <a:spcPct val="100000"/>
              </a:lnSpc>
              <a:spcBef>
                <a:spcPts val="600"/>
              </a:spcBef>
              <a:spcAft>
                <a:spcPts val="0"/>
              </a:spcAft>
              <a:buSzPts val="1800"/>
              <a:buNone/>
            </a:pPr>
            <a:r>
              <a:t/>
            </a:r>
            <a:endParaRPr b="1" i="0" sz="3000" u="none">
              <a:solidFill>
                <a:schemeClr val="dk1"/>
              </a:solidFill>
              <a:latin typeface="Arial"/>
              <a:ea typeface="Arial"/>
              <a:cs typeface="Arial"/>
              <a:sym typeface="Arial"/>
            </a:endParaRPr>
          </a:p>
          <a:p>
            <a:pPr indent="-219075" lvl="0" marL="342900" rtl="0" algn="l">
              <a:spcBef>
                <a:spcPts val="600"/>
              </a:spcBef>
              <a:spcAft>
                <a:spcPts val="0"/>
              </a:spcAft>
              <a:buSzPts val="1950"/>
              <a:buNone/>
            </a:pPr>
            <a:r>
              <a:t/>
            </a:r>
            <a:endParaRPr b="1" i="0" sz="3000" u="none">
              <a:solidFill>
                <a:schemeClr val="dk1"/>
              </a:solidFill>
              <a:latin typeface="Arial"/>
              <a:ea typeface="Arial"/>
              <a:cs typeface="Arial"/>
              <a:sym typeface="Arial"/>
            </a:endParaRPr>
          </a:p>
        </p:txBody>
      </p:sp>
      <p:sp>
        <p:nvSpPr>
          <p:cNvPr id="130" name="Google Shape;130;p5"/>
          <p:cNvSpPr txBox="1"/>
          <p:nvPr/>
        </p:nvSpPr>
        <p:spPr>
          <a:xfrm>
            <a:off x="533400" y="457200"/>
            <a:ext cx="6096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Mission Statement</a:t>
            </a:r>
            <a:endParaRPr/>
          </a:p>
        </p:txBody>
      </p:sp>
      <p:pic>
        <p:nvPicPr>
          <p:cNvPr id="131" name="Google Shape;131;p5"/>
          <p:cNvPicPr preferRelativeResize="0"/>
          <p:nvPr/>
        </p:nvPicPr>
        <p:blipFill>
          <a:blip r:embed="rId3">
            <a:alphaModFix/>
          </a:blip>
          <a:stretch>
            <a:fillRect/>
          </a:stretch>
        </p:blipFill>
        <p:spPr>
          <a:xfrm>
            <a:off x="1544900" y="3247200"/>
            <a:ext cx="4425400" cy="2541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38" name="Google Shape;138;p6"/>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39" name="Google Shape;139;p6"/>
          <p:cNvSpPr txBox="1"/>
          <p:nvPr>
            <p:ph idx="1" type="body"/>
          </p:nvPr>
        </p:nvSpPr>
        <p:spPr>
          <a:xfrm>
            <a:off x="684212" y="1751012"/>
            <a:ext cx="7769225" cy="3432175"/>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An enduring statement of purpose that distinguishes one organization from other similar enterprises</a:t>
            </a:r>
            <a:endParaRPr/>
          </a:p>
          <a:p>
            <a:pPr indent="-342900" lvl="0" marL="342900" rtl="0" algn="l">
              <a:lnSpc>
                <a:spcPct val="100000"/>
              </a:lnSpc>
              <a:spcBef>
                <a:spcPts val="68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A declaration of an organization’s “reason for being”</a:t>
            </a:r>
            <a:endParaRPr/>
          </a:p>
        </p:txBody>
      </p:sp>
      <p:sp>
        <p:nvSpPr>
          <p:cNvPr id="140" name="Google Shape;140;p6"/>
          <p:cNvSpPr txBox="1"/>
          <p:nvPr/>
        </p:nvSpPr>
        <p:spPr>
          <a:xfrm>
            <a:off x="533400" y="457200"/>
            <a:ext cx="6096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Mission Statement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46" name="Google Shape;146;p7"/>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47" name="Google Shape;147;p7"/>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3800"/>
              <a:buFont typeface="Arial"/>
              <a:buNone/>
            </a:pPr>
            <a:r>
              <a:rPr b="1" i="0" lang="en-US" sz="3800" u="none">
                <a:solidFill>
                  <a:schemeClr val="dk2"/>
                </a:solidFill>
                <a:latin typeface="Arial"/>
                <a:ea typeface="Arial"/>
                <a:cs typeface="Arial"/>
                <a:sym typeface="Arial"/>
              </a:rPr>
              <a:t>Mission Statements are also called</a:t>
            </a:r>
            <a:br>
              <a:rPr b="1" i="1" lang="en-US" sz="3800" u="none">
                <a:solidFill>
                  <a:schemeClr val="dk2"/>
                </a:solidFill>
                <a:latin typeface="Arial"/>
                <a:ea typeface="Arial"/>
                <a:cs typeface="Arial"/>
                <a:sym typeface="Arial"/>
              </a:rPr>
            </a:br>
            <a:endParaRPr/>
          </a:p>
        </p:txBody>
      </p:sp>
      <p:sp>
        <p:nvSpPr>
          <p:cNvPr id="148" name="Google Shape;148;p7"/>
          <p:cNvSpPr txBox="1"/>
          <p:nvPr>
            <p:ph idx="1" type="body"/>
          </p:nvPr>
        </p:nvSpPr>
        <p:spPr>
          <a:xfrm>
            <a:off x="455612" y="1598612"/>
            <a:ext cx="8226425" cy="41163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Creed statement</a:t>
            </a:r>
            <a:endParaRPr/>
          </a:p>
          <a:p>
            <a:pPr indent="-342900" lvl="0" marL="342900" rtl="0" algn="l">
              <a:lnSpc>
                <a:spcPct val="100000"/>
              </a:lnSpc>
              <a:spcBef>
                <a:spcPts val="68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Statement of purpose</a:t>
            </a:r>
            <a:endParaRPr/>
          </a:p>
          <a:p>
            <a:pPr indent="-342900" lvl="0" marL="342900" rtl="0" algn="l">
              <a:lnSpc>
                <a:spcPct val="100000"/>
              </a:lnSpc>
              <a:spcBef>
                <a:spcPts val="68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Statement of philosophy</a:t>
            </a:r>
            <a:endParaRPr/>
          </a:p>
          <a:p>
            <a:pPr indent="-342900" lvl="0" marL="342900" rtl="0" algn="l">
              <a:lnSpc>
                <a:spcPct val="100000"/>
              </a:lnSpc>
              <a:spcBef>
                <a:spcPts val="68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Statement of beliefs</a:t>
            </a:r>
            <a:endParaRPr/>
          </a:p>
          <a:p>
            <a:pPr indent="-342900" lvl="0" marL="342900" rtl="0" algn="l">
              <a:lnSpc>
                <a:spcPct val="100000"/>
              </a:lnSpc>
              <a:spcBef>
                <a:spcPts val="68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Statement of business principles</a:t>
            </a:r>
            <a:endParaRPr/>
          </a:p>
          <a:p>
            <a:pPr indent="-342900" lvl="0" marL="342900" rtl="0" algn="l">
              <a:lnSpc>
                <a:spcPct val="100000"/>
              </a:lnSpc>
              <a:spcBef>
                <a:spcPts val="680"/>
              </a:spcBef>
              <a:spcAft>
                <a:spcPts val="0"/>
              </a:spcAft>
              <a:buClr>
                <a:schemeClr val="accent1"/>
              </a:buClr>
              <a:buSzPts val="2210"/>
              <a:buFont typeface="Noto Sans Symbols"/>
              <a:buChar char="■"/>
            </a:pPr>
            <a:r>
              <a:rPr b="0" i="0" lang="en-US" sz="3400" u="none">
                <a:solidFill>
                  <a:schemeClr val="dk1"/>
                </a:solidFill>
                <a:latin typeface="Arial"/>
                <a:ea typeface="Arial"/>
                <a:cs typeface="Arial"/>
                <a:sym typeface="Arial"/>
              </a:rPr>
              <a:t>A statement “defining our business”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da7ad69712_0_7"/>
          <p:cNvSpPr txBox="1"/>
          <p:nvPr/>
        </p:nvSpPr>
        <p:spPr>
          <a:xfrm>
            <a:off x="2819400" y="6172200"/>
            <a:ext cx="3810000" cy="476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54" name="Google Shape;154;g2da7ad69712_0_7"/>
          <p:cNvSpPr txBox="1"/>
          <p:nvPr/>
        </p:nvSpPr>
        <p:spPr>
          <a:xfrm>
            <a:off x="6781800" y="6172200"/>
            <a:ext cx="1828800" cy="476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55" name="Google Shape;155;g2da7ad69712_0_7"/>
          <p:cNvSpPr txBox="1"/>
          <p:nvPr>
            <p:ph type="title"/>
          </p:nvPr>
        </p:nvSpPr>
        <p:spPr>
          <a:xfrm>
            <a:off x="457200" y="277812"/>
            <a:ext cx="8229600" cy="113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3800"/>
              <a:buFont typeface="Arial"/>
              <a:buNone/>
            </a:pPr>
            <a:r>
              <a:rPr b="1" i="0" lang="en-US" sz="3800" u="none">
                <a:solidFill>
                  <a:schemeClr val="dk2"/>
                </a:solidFill>
                <a:latin typeface="Arial"/>
                <a:ea typeface="Arial"/>
                <a:cs typeface="Arial"/>
                <a:sym typeface="Arial"/>
              </a:rPr>
              <a:t>Mission Statements are also called</a:t>
            </a:r>
            <a:br>
              <a:rPr b="1" i="1" lang="en-US" sz="3800" u="none">
                <a:solidFill>
                  <a:schemeClr val="dk2"/>
                </a:solidFill>
                <a:latin typeface="Arial"/>
                <a:ea typeface="Arial"/>
                <a:cs typeface="Arial"/>
                <a:sym typeface="Arial"/>
              </a:rPr>
            </a:br>
            <a:endParaRPr/>
          </a:p>
        </p:txBody>
      </p:sp>
      <p:sp>
        <p:nvSpPr>
          <p:cNvPr id="156" name="Google Shape;156;g2da7ad69712_0_7"/>
          <p:cNvSpPr txBox="1"/>
          <p:nvPr/>
        </p:nvSpPr>
        <p:spPr>
          <a:xfrm>
            <a:off x="835500" y="1270650"/>
            <a:ext cx="7536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rgbClr val="202124"/>
                </a:solidFill>
                <a:highlight>
                  <a:srgbClr val="FFFFFF"/>
                </a:highlight>
              </a:rPr>
              <a:t>A company's business creed, or mission statement, is </a:t>
            </a:r>
            <a:r>
              <a:rPr lang="en-US" sz="2400">
                <a:solidFill>
                  <a:srgbClr val="040C28"/>
                </a:solidFill>
                <a:highlight>
                  <a:srgbClr val="FFFFFF"/>
                </a:highlight>
              </a:rPr>
              <a:t>its commitment to achieve a particular goal, behave in a certain way or abide by a fundamental principle</a:t>
            </a:r>
            <a:r>
              <a:rPr lang="en-US" sz="2400">
                <a:solidFill>
                  <a:srgbClr val="202124"/>
                </a:solidFill>
                <a:highlight>
                  <a:srgbClr val="FFFFFF"/>
                </a:highlight>
              </a:rPr>
              <a:t>. A creed also might be a public definition of a company's guiding strategy.</a:t>
            </a:r>
            <a:endParaRPr sz="2400"/>
          </a:p>
        </p:txBody>
      </p:sp>
      <p:pic>
        <p:nvPicPr>
          <p:cNvPr id="157" name="Google Shape;157;g2da7ad69712_0_7"/>
          <p:cNvPicPr preferRelativeResize="0"/>
          <p:nvPr/>
        </p:nvPicPr>
        <p:blipFill>
          <a:blip r:embed="rId3">
            <a:alphaModFix/>
          </a:blip>
          <a:stretch>
            <a:fillRect/>
          </a:stretch>
        </p:blipFill>
        <p:spPr>
          <a:xfrm>
            <a:off x="2554450" y="3507175"/>
            <a:ext cx="3729400" cy="211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64" name="Google Shape;164;p8"/>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65" name="Google Shape;165;p8"/>
          <p:cNvSpPr txBox="1"/>
          <p:nvPr>
            <p:ph idx="1" type="body"/>
          </p:nvPr>
        </p:nvSpPr>
        <p:spPr>
          <a:xfrm>
            <a:off x="609600" y="1295400"/>
            <a:ext cx="8001000" cy="4724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SzPts val="585"/>
              <a:buNone/>
            </a:pPr>
            <a:br>
              <a:rPr b="0" i="1" lang="en-US" sz="900" u="none">
                <a:solidFill>
                  <a:schemeClr val="dk1"/>
                </a:solidFill>
                <a:latin typeface="Arial"/>
                <a:ea typeface="Arial"/>
                <a:cs typeface="Arial"/>
                <a:sym typeface="Arial"/>
              </a:rPr>
            </a:br>
            <a:r>
              <a:rPr b="0" i="0" lang="en-US" sz="3000" u="none">
                <a:solidFill>
                  <a:schemeClr val="dk1"/>
                </a:solidFill>
                <a:latin typeface="Arial"/>
                <a:ea typeface="Arial"/>
                <a:cs typeface="Arial"/>
                <a:sym typeface="Arial"/>
              </a:rPr>
              <a:t>Proctor &amp; Gamble provides branded products and services of superior quality and value that improve the lives of the world’s consumers. As a result, consumers reward us with industry leadership in sales, profit, and value creation, allowing our people, our shareholders, and the communities in which we live and work to prosper. </a:t>
            </a:r>
            <a:endParaRPr/>
          </a:p>
        </p:txBody>
      </p:sp>
      <p:sp>
        <p:nvSpPr>
          <p:cNvPr id="166" name="Google Shape;166;p8"/>
          <p:cNvSpPr txBox="1"/>
          <p:nvPr/>
        </p:nvSpPr>
        <p:spPr>
          <a:xfrm>
            <a:off x="533400" y="457200"/>
            <a:ext cx="6096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Mission Statement Examples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72" name="Google Shape;172;p9"/>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73" name="Google Shape;173;p9"/>
          <p:cNvSpPr txBox="1"/>
          <p:nvPr>
            <p:ph type="title"/>
          </p:nvPr>
        </p:nvSpPr>
        <p:spPr>
          <a:xfrm>
            <a:off x="533400" y="381000"/>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Vision &amp; Mission</a:t>
            </a:r>
            <a:endParaRPr/>
          </a:p>
        </p:txBody>
      </p:sp>
      <p:sp>
        <p:nvSpPr>
          <p:cNvPr id="174" name="Google Shape;174;p9"/>
          <p:cNvSpPr txBox="1"/>
          <p:nvPr>
            <p:ph idx="1" type="body"/>
          </p:nvPr>
        </p:nvSpPr>
        <p:spPr>
          <a:xfrm>
            <a:off x="455612" y="1598612"/>
            <a:ext cx="8226425" cy="4533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1"/>
              </a:buClr>
              <a:buSzPts val="2470"/>
              <a:buFont typeface="Noto Sans Symbols"/>
              <a:buChar char="■"/>
            </a:pPr>
            <a:r>
              <a:rPr b="0" i="0" lang="en-US" sz="3800" u="none">
                <a:solidFill>
                  <a:schemeClr val="dk1"/>
                </a:solidFill>
                <a:latin typeface="Arial"/>
                <a:ea typeface="Arial"/>
                <a:cs typeface="Arial"/>
                <a:sym typeface="Arial"/>
              </a:rPr>
              <a:t>Great benefits can be achieved if an organization</a:t>
            </a:r>
            <a:endParaRPr/>
          </a:p>
          <a:p>
            <a:pPr indent="-325437" lvl="1" marL="669925" rtl="0" algn="l">
              <a:lnSpc>
                <a:spcPct val="100000"/>
              </a:lnSpc>
              <a:spcBef>
                <a:spcPts val="680"/>
              </a:spcBef>
              <a:spcAft>
                <a:spcPts val="0"/>
              </a:spcAft>
              <a:buClr>
                <a:schemeClr val="accent2"/>
              </a:buClr>
              <a:buSzPts val="2040"/>
              <a:buFont typeface="Noto Sans Symbols"/>
              <a:buChar char="❑"/>
            </a:pPr>
            <a:r>
              <a:rPr b="0" i="0" lang="en-US" sz="3400" u="none">
                <a:solidFill>
                  <a:schemeClr val="dk1"/>
                </a:solidFill>
                <a:latin typeface="Arial"/>
                <a:ea typeface="Arial"/>
                <a:cs typeface="Arial"/>
                <a:sym typeface="Arial"/>
              </a:rPr>
              <a:t>Systematically revisits their vision and mission statement</a:t>
            </a:r>
            <a:endParaRPr/>
          </a:p>
          <a:p>
            <a:pPr indent="-325437" lvl="1" marL="669925" rtl="0" algn="l">
              <a:lnSpc>
                <a:spcPct val="100000"/>
              </a:lnSpc>
              <a:spcBef>
                <a:spcPts val="680"/>
              </a:spcBef>
              <a:spcAft>
                <a:spcPts val="0"/>
              </a:spcAft>
              <a:buClr>
                <a:schemeClr val="accent2"/>
              </a:buClr>
              <a:buSzPts val="2040"/>
              <a:buFont typeface="Noto Sans Symbols"/>
              <a:buChar char="❑"/>
            </a:pPr>
            <a:r>
              <a:rPr b="0" i="0" lang="en-US" sz="3400" u="none">
                <a:solidFill>
                  <a:schemeClr val="dk1"/>
                </a:solidFill>
                <a:latin typeface="Arial"/>
                <a:ea typeface="Arial"/>
                <a:cs typeface="Arial"/>
                <a:sym typeface="Arial"/>
              </a:rPr>
              <a:t>Treats them as living documents</a:t>
            </a:r>
            <a:endParaRPr/>
          </a:p>
          <a:p>
            <a:pPr indent="-325437" lvl="1" marL="669925" rtl="0" algn="l">
              <a:lnSpc>
                <a:spcPct val="100000"/>
              </a:lnSpc>
              <a:spcBef>
                <a:spcPts val="680"/>
              </a:spcBef>
              <a:spcAft>
                <a:spcPts val="0"/>
              </a:spcAft>
              <a:buClr>
                <a:schemeClr val="accent2"/>
              </a:buClr>
              <a:buSzPts val="2040"/>
              <a:buFont typeface="Noto Sans Symbols"/>
              <a:buChar char="❑"/>
            </a:pPr>
            <a:r>
              <a:rPr b="0" i="0" lang="en-US" sz="3400" u="none">
                <a:solidFill>
                  <a:schemeClr val="dk1"/>
                </a:solidFill>
                <a:latin typeface="Arial"/>
                <a:ea typeface="Arial"/>
                <a:cs typeface="Arial"/>
                <a:sym typeface="Arial"/>
              </a:rPr>
              <a:t>Considers them to be an integral part of the firm’s culture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81" name="Google Shape;181;p10"/>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82" name="Google Shape;182;p10"/>
          <p:cNvSpPr txBox="1"/>
          <p:nvPr/>
        </p:nvSpPr>
        <p:spPr>
          <a:xfrm>
            <a:off x="533400" y="457200"/>
            <a:ext cx="6096000" cy="731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Vision &amp; Mission</a:t>
            </a:r>
            <a:endParaRPr/>
          </a:p>
        </p:txBody>
      </p:sp>
      <p:sp>
        <p:nvSpPr>
          <p:cNvPr id="183" name="Google Shape;183;p10"/>
          <p:cNvSpPr txBox="1"/>
          <p:nvPr/>
        </p:nvSpPr>
        <p:spPr>
          <a:xfrm>
            <a:off x="457200" y="1219200"/>
            <a:ext cx="8153400" cy="120060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Shared vision creates a community of interests</a:t>
            </a:r>
            <a:endParaRPr/>
          </a:p>
        </p:txBody>
      </p:sp>
      <p:pic>
        <p:nvPicPr>
          <p:cNvPr id="184" name="Google Shape;184;p10"/>
          <p:cNvPicPr preferRelativeResize="0"/>
          <p:nvPr/>
        </p:nvPicPr>
        <p:blipFill>
          <a:blip r:embed="rId3">
            <a:alphaModFix/>
          </a:blip>
          <a:stretch>
            <a:fillRect/>
          </a:stretch>
        </p:blipFill>
        <p:spPr>
          <a:xfrm>
            <a:off x="2438400" y="2877000"/>
            <a:ext cx="4630675" cy="2875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91" name="Google Shape;191;p11"/>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192" name="Google Shape;192;p11"/>
          <p:cNvSpPr txBox="1"/>
          <p:nvPr/>
        </p:nvSpPr>
        <p:spPr>
          <a:xfrm>
            <a:off x="533400" y="457200"/>
            <a:ext cx="7239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Developing Vision &amp; Mission</a:t>
            </a:r>
            <a:endParaRPr/>
          </a:p>
        </p:txBody>
      </p:sp>
      <p:sp>
        <p:nvSpPr>
          <p:cNvPr id="193" name="Google Shape;193;p11"/>
          <p:cNvSpPr txBox="1"/>
          <p:nvPr/>
        </p:nvSpPr>
        <p:spPr>
          <a:xfrm>
            <a:off x="457200" y="1981200"/>
            <a:ext cx="8153400" cy="2851150"/>
          </a:xfrm>
          <a:prstGeom prst="rect">
            <a:avLst/>
          </a:prstGeom>
          <a:noFill/>
          <a:ln cap="flat" cmpd="sng" w="12700">
            <a:solidFill>
              <a:schemeClr val="l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Participation by as many managers as possible is important in developing the mission because through involvement people become committed to an organization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199" name="Google Shape;199;p12"/>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200" name="Google Shape;200;p12"/>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3800"/>
              <a:buFont typeface="Arial"/>
              <a:buNone/>
            </a:pPr>
            <a:r>
              <a:rPr b="1" i="0" lang="en-US" sz="3800" u="none">
                <a:solidFill>
                  <a:schemeClr val="dk2"/>
                </a:solidFill>
                <a:latin typeface="Arial"/>
                <a:ea typeface="Arial"/>
                <a:cs typeface="Arial"/>
                <a:sym typeface="Arial"/>
              </a:rPr>
              <a:t>Steps to Developing Vision &amp; Mission Statements</a:t>
            </a:r>
            <a:endParaRPr/>
          </a:p>
        </p:txBody>
      </p:sp>
      <p:sp>
        <p:nvSpPr>
          <p:cNvPr id="201" name="Google Shape;201;p12"/>
          <p:cNvSpPr txBox="1"/>
          <p:nvPr>
            <p:ph idx="1" type="body"/>
          </p:nvPr>
        </p:nvSpPr>
        <p:spPr>
          <a:xfrm>
            <a:off x="455612" y="1598612"/>
            <a:ext cx="8226425" cy="4533900"/>
          </a:xfrm>
          <a:prstGeom prst="rect">
            <a:avLst/>
          </a:prstGeom>
          <a:noFill/>
          <a:ln>
            <a:noFill/>
          </a:ln>
        </p:spPr>
        <p:txBody>
          <a:bodyPr anchorCtr="0" anchor="t" bIns="45700" lIns="91425" spcFirstLastPara="1" rIns="91425" wrap="square" tIns="45700">
            <a:noAutofit/>
          </a:bodyPr>
          <a:lstStyle/>
          <a:p>
            <a:pPr indent="-571500" lvl="0" marL="571500" rtl="0" algn="l">
              <a:lnSpc>
                <a:spcPct val="100000"/>
              </a:lnSpc>
              <a:spcBef>
                <a:spcPts val="0"/>
              </a:spcBef>
              <a:spcAft>
                <a:spcPts val="0"/>
              </a:spcAft>
              <a:buClr>
                <a:schemeClr val="accent1"/>
              </a:buClr>
              <a:buSzPts val="2210"/>
              <a:buFont typeface="Noto Sans Symbols"/>
              <a:buAutoNum type="arabicPeriod"/>
            </a:pPr>
            <a:r>
              <a:rPr b="0" i="0" lang="en-US" sz="3400" u="none">
                <a:solidFill>
                  <a:schemeClr val="dk1"/>
                </a:solidFill>
                <a:latin typeface="Arial"/>
                <a:ea typeface="Arial"/>
                <a:cs typeface="Arial"/>
                <a:sym typeface="Arial"/>
              </a:rPr>
              <a:t>Have managers read related articles</a:t>
            </a:r>
            <a:endParaRPr/>
          </a:p>
          <a:p>
            <a:pPr indent="-571500" lvl="0" marL="571500" rtl="0" algn="l">
              <a:lnSpc>
                <a:spcPct val="100000"/>
              </a:lnSpc>
              <a:spcBef>
                <a:spcPts val="680"/>
              </a:spcBef>
              <a:spcAft>
                <a:spcPts val="0"/>
              </a:spcAft>
              <a:buClr>
                <a:schemeClr val="accent1"/>
              </a:buClr>
              <a:buSzPts val="2210"/>
              <a:buFont typeface="Noto Sans Symbols"/>
              <a:buAutoNum type="arabicPeriod"/>
            </a:pPr>
            <a:r>
              <a:rPr b="0" i="0" lang="en-US" sz="3400" u="none">
                <a:solidFill>
                  <a:schemeClr val="dk1"/>
                </a:solidFill>
                <a:latin typeface="Arial"/>
                <a:ea typeface="Arial"/>
                <a:cs typeface="Arial"/>
                <a:sym typeface="Arial"/>
              </a:rPr>
              <a:t>Have managers prepare a vision and mission statement for the organization</a:t>
            </a:r>
            <a:endParaRPr/>
          </a:p>
          <a:p>
            <a:pPr indent="-571500" lvl="0" marL="571500" rtl="0" algn="l">
              <a:lnSpc>
                <a:spcPct val="100000"/>
              </a:lnSpc>
              <a:spcBef>
                <a:spcPts val="680"/>
              </a:spcBef>
              <a:spcAft>
                <a:spcPts val="0"/>
              </a:spcAft>
              <a:buClr>
                <a:schemeClr val="accent1"/>
              </a:buClr>
              <a:buSzPts val="2210"/>
              <a:buFont typeface="Noto Sans Symbols"/>
              <a:buAutoNum type="arabicPeriod"/>
            </a:pPr>
            <a:r>
              <a:rPr b="0" i="0" lang="en-US" sz="3400" u="none">
                <a:solidFill>
                  <a:schemeClr val="dk1"/>
                </a:solidFill>
                <a:latin typeface="Arial"/>
                <a:ea typeface="Arial"/>
                <a:cs typeface="Arial"/>
                <a:sym typeface="Arial"/>
              </a:rPr>
              <a:t>Merge the documents into one and distribute</a:t>
            </a:r>
            <a:endParaRPr/>
          </a:p>
          <a:p>
            <a:pPr indent="-571500" lvl="0" marL="571500" rtl="0" algn="l">
              <a:lnSpc>
                <a:spcPct val="100000"/>
              </a:lnSpc>
              <a:spcBef>
                <a:spcPts val="680"/>
              </a:spcBef>
              <a:spcAft>
                <a:spcPts val="0"/>
              </a:spcAft>
              <a:buClr>
                <a:schemeClr val="accent1"/>
              </a:buClr>
              <a:buSzPts val="2210"/>
              <a:buFont typeface="Noto Sans Symbols"/>
              <a:buAutoNum type="arabicPeriod"/>
            </a:pPr>
            <a:r>
              <a:rPr b="0" i="0" lang="en-US" sz="3400" u="none">
                <a:solidFill>
                  <a:schemeClr val="dk1"/>
                </a:solidFill>
                <a:latin typeface="Arial"/>
                <a:ea typeface="Arial"/>
                <a:cs typeface="Arial"/>
                <a:sym typeface="Arial"/>
              </a:rPr>
              <a:t>Gather feedback from managers</a:t>
            </a:r>
            <a:endParaRPr/>
          </a:p>
          <a:p>
            <a:pPr indent="-571500" lvl="0" marL="571500" rtl="0" algn="l">
              <a:lnSpc>
                <a:spcPct val="100000"/>
              </a:lnSpc>
              <a:spcBef>
                <a:spcPts val="680"/>
              </a:spcBef>
              <a:spcAft>
                <a:spcPts val="0"/>
              </a:spcAft>
              <a:buClr>
                <a:schemeClr val="accent1"/>
              </a:buClr>
              <a:buSzPts val="2210"/>
              <a:buFont typeface="Noto Sans Symbols"/>
              <a:buAutoNum type="arabicPeriod"/>
            </a:pPr>
            <a:r>
              <a:rPr b="0" i="0" lang="en-US" sz="3400" u="none">
                <a:solidFill>
                  <a:schemeClr val="dk1"/>
                </a:solidFill>
                <a:latin typeface="Arial"/>
                <a:ea typeface="Arial"/>
                <a:cs typeface="Arial"/>
                <a:sym typeface="Arial"/>
              </a:rPr>
              <a:t>Meet to revise the final document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07" name="Google Shape;207;p13"/>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208" name="Google Shape;208;p13"/>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Benefits of Mission Statements</a:t>
            </a:r>
            <a:endParaRPr/>
          </a:p>
        </p:txBody>
      </p:sp>
      <p:sp>
        <p:nvSpPr>
          <p:cNvPr id="209" name="Google Shape;209;p13"/>
          <p:cNvSpPr txBox="1"/>
          <p:nvPr>
            <p:ph idx="1" type="body"/>
          </p:nvPr>
        </p:nvSpPr>
        <p:spPr>
          <a:xfrm>
            <a:off x="455612" y="1598612"/>
            <a:ext cx="8226425" cy="4533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Better financial results</a:t>
            </a:r>
            <a:endParaRPr/>
          </a:p>
          <a:p>
            <a:pPr indent="-342900" lvl="0" marL="342900" rtl="0" algn="l">
              <a:lnSpc>
                <a:spcPct val="100000"/>
              </a:lnSpc>
              <a:spcBef>
                <a:spcPts val="60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Unanimity of purpose</a:t>
            </a:r>
            <a:endParaRPr/>
          </a:p>
          <a:p>
            <a:pPr indent="-342900" lvl="0" marL="342900" rtl="0" algn="l">
              <a:lnSpc>
                <a:spcPct val="100000"/>
              </a:lnSpc>
              <a:spcBef>
                <a:spcPts val="60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Resource allocation</a:t>
            </a:r>
            <a:endParaRPr/>
          </a:p>
          <a:p>
            <a:pPr indent="-342900" lvl="0" marL="342900" rtl="0" algn="l">
              <a:lnSpc>
                <a:spcPct val="100000"/>
              </a:lnSpc>
              <a:spcBef>
                <a:spcPts val="60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Establishment of culture</a:t>
            </a:r>
            <a:endParaRPr/>
          </a:p>
          <a:p>
            <a:pPr indent="-342900" lvl="0" marL="342900" rtl="0" algn="l">
              <a:lnSpc>
                <a:spcPct val="100000"/>
              </a:lnSpc>
              <a:spcBef>
                <a:spcPts val="60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Focal point for individuals</a:t>
            </a:r>
            <a:endParaRPr/>
          </a:p>
          <a:p>
            <a:pPr indent="-342900" lvl="0" marL="342900" rtl="0" algn="l">
              <a:lnSpc>
                <a:spcPct val="100000"/>
              </a:lnSpc>
              <a:spcBef>
                <a:spcPts val="60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Establishment of work structure</a:t>
            </a:r>
            <a:endParaRPr/>
          </a:p>
          <a:p>
            <a:pPr indent="-342900" lvl="0" marL="342900" rtl="0" algn="l">
              <a:lnSpc>
                <a:spcPct val="100000"/>
              </a:lnSpc>
              <a:spcBef>
                <a:spcPts val="60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Basis of assessment and control</a:t>
            </a:r>
            <a:endParaRPr/>
          </a:p>
          <a:p>
            <a:pPr indent="-342900" lvl="0" marL="342900" rtl="0" algn="l">
              <a:lnSpc>
                <a:spcPct val="100000"/>
              </a:lnSpc>
              <a:spcBef>
                <a:spcPts val="600"/>
              </a:spcBef>
              <a:spcAft>
                <a:spcPts val="0"/>
              </a:spcAft>
              <a:buClr>
                <a:schemeClr val="accent1"/>
              </a:buClr>
              <a:buSzPts val="1950"/>
              <a:buFont typeface="Noto Sans Symbols"/>
              <a:buChar char="■"/>
            </a:pPr>
            <a:r>
              <a:rPr b="0" i="0" lang="en-US" sz="3000" u="none">
                <a:solidFill>
                  <a:schemeClr val="dk1"/>
                </a:solidFill>
                <a:latin typeface="Arial"/>
                <a:ea typeface="Arial"/>
                <a:cs typeface="Arial"/>
                <a:sym typeface="Arial"/>
              </a:rPr>
              <a:t>Resolution of divergent views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4"/>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15" name="Google Shape;215;p14"/>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pic>
        <p:nvPicPr>
          <p:cNvPr id="216" name="Google Shape;216;p14"/>
          <p:cNvPicPr preferRelativeResize="0"/>
          <p:nvPr>
            <p:ph type="title"/>
          </p:nvPr>
        </p:nvPicPr>
        <p:blipFill rotWithShape="1">
          <a:blip r:embed="rId3">
            <a:alphaModFix/>
          </a:blip>
          <a:srcRect b="0" l="0" r="0" t="0"/>
          <a:stretch/>
        </p:blipFill>
        <p:spPr>
          <a:xfrm>
            <a:off x="457200" y="304800"/>
            <a:ext cx="8458200" cy="5791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22" name="Google Shape;222;p15"/>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223" name="Google Shape;223;p15"/>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Vision &amp; Mission Statements</a:t>
            </a:r>
            <a:endParaRPr/>
          </a:p>
        </p:txBody>
      </p:sp>
      <p:sp>
        <p:nvSpPr>
          <p:cNvPr id="224" name="Google Shape;224;p15"/>
          <p:cNvSpPr txBox="1"/>
          <p:nvPr>
            <p:ph idx="1" type="body"/>
          </p:nvPr>
        </p:nvSpPr>
        <p:spPr>
          <a:xfrm>
            <a:off x="455612" y="1598612"/>
            <a:ext cx="8226425" cy="4533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1"/>
              </a:buClr>
              <a:buSzPts val="2470"/>
              <a:buFont typeface="Noto Sans Symbols"/>
              <a:buChar char="■"/>
            </a:pPr>
            <a:r>
              <a:rPr b="0" i="0" lang="en-US" sz="3800" u="none">
                <a:solidFill>
                  <a:schemeClr val="dk1"/>
                </a:solidFill>
                <a:latin typeface="Arial"/>
                <a:ea typeface="Arial"/>
                <a:cs typeface="Arial"/>
                <a:sym typeface="Arial"/>
              </a:rPr>
              <a:t>Provide unity of direction</a:t>
            </a:r>
            <a:endParaRPr/>
          </a:p>
          <a:p>
            <a:pPr indent="-342900" lvl="0" marL="342900" rtl="0" algn="l">
              <a:lnSpc>
                <a:spcPct val="100000"/>
              </a:lnSpc>
              <a:spcBef>
                <a:spcPts val="760"/>
              </a:spcBef>
              <a:spcAft>
                <a:spcPts val="0"/>
              </a:spcAft>
              <a:buClr>
                <a:schemeClr val="accent1"/>
              </a:buClr>
              <a:buSzPts val="2470"/>
              <a:buFont typeface="Noto Sans Symbols"/>
              <a:buChar char="■"/>
            </a:pPr>
            <a:r>
              <a:rPr b="0" i="0" lang="en-US" sz="3800" u="none">
                <a:solidFill>
                  <a:schemeClr val="dk1"/>
                </a:solidFill>
                <a:latin typeface="Arial"/>
                <a:ea typeface="Arial"/>
                <a:cs typeface="Arial"/>
                <a:sym typeface="Arial"/>
              </a:rPr>
              <a:t>Promote shared expectations</a:t>
            </a:r>
            <a:endParaRPr/>
          </a:p>
          <a:p>
            <a:pPr indent="-342900" lvl="0" marL="342900" rtl="0" algn="l">
              <a:lnSpc>
                <a:spcPct val="100000"/>
              </a:lnSpc>
              <a:spcBef>
                <a:spcPts val="760"/>
              </a:spcBef>
              <a:spcAft>
                <a:spcPts val="0"/>
              </a:spcAft>
              <a:buClr>
                <a:schemeClr val="accent1"/>
              </a:buClr>
              <a:buSzPts val="2470"/>
              <a:buFont typeface="Noto Sans Symbols"/>
              <a:buChar char="■"/>
            </a:pPr>
            <a:r>
              <a:rPr b="0" i="0" lang="en-US" sz="3800" u="none">
                <a:solidFill>
                  <a:schemeClr val="dk1"/>
                </a:solidFill>
                <a:latin typeface="Arial"/>
                <a:ea typeface="Arial"/>
                <a:cs typeface="Arial"/>
                <a:sym typeface="Arial"/>
              </a:rPr>
              <a:t>Consolidate values</a:t>
            </a:r>
            <a:endParaRPr/>
          </a:p>
          <a:p>
            <a:pPr indent="-342900" lvl="0" marL="342900" rtl="0" algn="l">
              <a:lnSpc>
                <a:spcPct val="100000"/>
              </a:lnSpc>
              <a:spcBef>
                <a:spcPts val="760"/>
              </a:spcBef>
              <a:spcAft>
                <a:spcPts val="0"/>
              </a:spcAft>
              <a:buClr>
                <a:schemeClr val="accent1"/>
              </a:buClr>
              <a:buSzPts val="2470"/>
              <a:buFont typeface="Noto Sans Symbols"/>
              <a:buChar char="■"/>
            </a:pPr>
            <a:r>
              <a:rPr b="0" i="0" lang="en-US" sz="3800" u="none">
                <a:solidFill>
                  <a:schemeClr val="dk1"/>
                </a:solidFill>
                <a:latin typeface="Arial"/>
                <a:ea typeface="Arial"/>
                <a:cs typeface="Arial"/>
                <a:sym typeface="Arial"/>
              </a:rPr>
              <a:t>Project a sense of worth and intent</a:t>
            </a:r>
            <a:endParaRPr/>
          </a:p>
          <a:p>
            <a:pPr indent="-342900" lvl="0" marL="342900" rtl="0" algn="l">
              <a:lnSpc>
                <a:spcPct val="100000"/>
              </a:lnSpc>
              <a:spcBef>
                <a:spcPts val="760"/>
              </a:spcBef>
              <a:spcAft>
                <a:spcPts val="0"/>
              </a:spcAft>
              <a:buClr>
                <a:schemeClr val="accent1"/>
              </a:buClr>
              <a:buSzPts val="2470"/>
              <a:buFont typeface="Noto Sans Symbols"/>
              <a:buChar char="■"/>
            </a:pPr>
            <a:r>
              <a:rPr b="0" i="0" lang="en-US" sz="3800" u="none">
                <a:solidFill>
                  <a:schemeClr val="dk1"/>
                </a:solidFill>
                <a:latin typeface="Arial"/>
                <a:ea typeface="Arial"/>
                <a:cs typeface="Arial"/>
                <a:sym typeface="Arial"/>
              </a:rPr>
              <a:t>Affirm the company’s commitment to responsible action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30" name="Google Shape;230;p16"/>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231" name="Google Shape;231;p16"/>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3800"/>
              <a:buFont typeface="Arial"/>
              <a:buNone/>
            </a:pPr>
            <a:r>
              <a:rPr b="1" i="0" lang="en-US" sz="3800" u="none">
                <a:solidFill>
                  <a:schemeClr val="dk2"/>
                </a:solidFill>
                <a:latin typeface="Arial"/>
                <a:ea typeface="Arial"/>
                <a:cs typeface="Arial"/>
                <a:sym typeface="Arial"/>
              </a:rPr>
              <a:t>Mission &amp; Customer Orientation</a:t>
            </a:r>
            <a:endParaRPr/>
          </a:p>
        </p:txBody>
      </p:sp>
      <p:sp>
        <p:nvSpPr>
          <p:cNvPr id="232" name="Google Shape;232;p16"/>
          <p:cNvSpPr txBox="1"/>
          <p:nvPr>
            <p:ph idx="1" type="body"/>
          </p:nvPr>
        </p:nvSpPr>
        <p:spPr>
          <a:xfrm>
            <a:off x="455612" y="1598612"/>
            <a:ext cx="8226425" cy="4533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1"/>
              </a:buClr>
              <a:buSzPts val="2470"/>
              <a:buFont typeface="Noto Sans Symbols"/>
              <a:buChar char="■"/>
            </a:pPr>
            <a:r>
              <a:rPr b="0" i="0" lang="en-US" sz="3800" u="none">
                <a:solidFill>
                  <a:schemeClr val="dk1"/>
                </a:solidFill>
                <a:latin typeface="Arial"/>
                <a:ea typeface="Arial"/>
                <a:cs typeface="Arial"/>
                <a:sym typeface="Arial"/>
              </a:rPr>
              <a:t>An effective mission statement:</a:t>
            </a:r>
            <a:endParaRPr/>
          </a:p>
          <a:p>
            <a:pPr indent="-325437" lvl="1" marL="669925" rtl="0" algn="l">
              <a:lnSpc>
                <a:spcPct val="100000"/>
              </a:lnSpc>
              <a:spcBef>
                <a:spcPts val="680"/>
              </a:spcBef>
              <a:spcAft>
                <a:spcPts val="0"/>
              </a:spcAft>
              <a:buClr>
                <a:schemeClr val="accent2"/>
              </a:buClr>
              <a:buSzPts val="2040"/>
              <a:buFont typeface="Noto Sans Symbols"/>
              <a:buChar char="❑"/>
            </a:pPr>
            <a:r>
              <a:rPr b="0" i="0" lang="en-US" sz="3400" u="none">
                <a:solidFill>
                  <a:schemeClr val="dk1"/>
                </a:solidFill>
                <a:latin typeface="Arial"/>
                <a:ea typeface="Arial"/>
                <a:cs typeface="Arial"/>
                <a:sym typeface="Arial"/>
              </a:rPr>
              <a:t>Anticipates customer needs</a:t>
            </a:r>
            <a:endParaRPr/>
          </a:p>
          <a:p>
            <a:pPr indent="-325437" lvl="1" marL="669925" rtl="0" algn="l">
              <a:lnSpc>
                <a:spcPct val="100000"/>
              </a:lnSpc>
              <a:spcBef>
                <a:spcPts val="680"/>
              </a:spcBef>
              <a:spcAft>
                <a:spcPts val="0"/>
              </a:spcAft>
              <a:buClr>
                <a:schemeClr val="accent2"/>
              </a:buClr>
              <a:buSzPts val="2040"/>
              <a:buFont typeface="Noto Sans Symbols"/>
              <a:buChar char="❑"/>
            </a:pPr>
            <a:r>
              <a:rPr b="0" i="0" lang="en-US" sz="3400" u="none">
                <a:solidFill>
                  <a:schemeClr val="dk1"/>
                </a:solidFill>
                <a:latin typeface="Arial"/>
                <a:ea typeface="Arial"/>
                <a:cs typeface="Arial"/>
                <a:sym typeface="Arial"/>
              </a:rPr>
              <a:t>Identifies customer needs</a:t>
            </a:r>
            <a:endParaRPr/>
          </a:p>
          <a:p>
            <a:pPr indent="-325437" lvl="1" marL="669925" rtl="0" algn="l">
              <a:lnSpc>
                <a:spcPct val="100000"/>
              </a:lnSpc>
              <a:spcBef>
                <a:spcPts val="680"/>
              </a:spcBef>
              <a:spcAft>
                <a:spcPts val="0"/>
              </a:spcAft>
              <a:buClr>
                <a:schemeClr val="accent2"/>
              </a:buClr>
              <a:buSzPts val="2040"/>
              <a:buFont typeface="Noto Sans Symbols"/>
              <a:buChar char="❑"/>
            </a:pPr>
            <a:r>
              <a:rPr b="0" i="0" lang="en-US" sz="3400" u="none">
                <a:solidFill>
                  <a:schemeClr val="dk1"/>
                </a:solidFill>
                <a:latin typeface="Arial"/>
                <a:ea typeface="Arial"/>
                <a:cs typeface="Arial"/>
                <a:sym typeface="Arial"/>
              </a:rPr>
              <a:t>Provides product/service to satisfy needs</a:t>
            </a:r>
            <a:endParaRPr/>
          </a:p>
          <a:p>
            <a:pPr indent="-325437" lvl="1" marL="669925" rtl="0" algn="l">
              <a:lnSpc>
                <a:spcPct val="100000"/>
              </a:lnSpc>
              <a:spcBef>
                <a:spcPts val="680"/>
              </a:spcBef>
              <a:spcAft>
                <a:spcPts val="0"/>
              </a:spcAft>
              <a:buClr>
                <a:schemeClr val="accent2"/>
              </a:buClr>
              <a:buSzPts val="2040"/>
              <a:buFont typeface="Noto Sans Symbols"/>
              <a:buChar char="❑"/>
            </a:pPr>
            <a:r>
              <a:rPr b="0" i="0" lang="en-US" sz="3400" u="none">
                <a:solidFill>
                  <a:schemeClr val="dk1"/>
                </a:solidFill>
                <a:latin typeface="Arial"/>
                <a:ea typeface="Arial"/>
                <a:cs typeface="Arial"/>
                <a:sym typeface="Arial"/>
              </a:rPr>
              <a:t>Identifies the utility of a firm’s products to its customers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7"/>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39" name="Google Shape;239;p17"/>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240" name="Google Shape;240;p17"/>
          <p:cNvSpPr txBox="1"/>
          <p:nvPr>
            <p:ph idx="1" type="body"/>
          </p:nvPr>
        </p:nvSpPr>
        <p:spPr>
          <a:xfrm>
            <a:off x="609600" y="1752600"/>
            <a:ext cx="8229600" cy="8382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90"/>
              <a:buNone/>
            </a:pPr>
            <a:br>
              <a:rPr b="0" i="0" lang="en-US" sz="2600" u="none">
                <a:solidFill>
                  <a:schemeClr val="dk1"/>
                </a:solidFill>
                <a:latin typeface="Arial"/>
                <a:ea typeface="Arial"/>
                <a:cs typeface="Arial"/>
                <a:sym typeface="Arial"/>
              </a:rPr>
            </a:br>
            <a:endParaRPr/>
          </a:p>
        </p:txBody>
      </p:sp>
      <p:sp>
        <p:nvSpPr>
          <p:cNvPr id="241" name="Google Shape;241;p17"/>
          <p:cNvSpPr/>
          <p:nvPr/>
        </p:nvSpPr>
        <p:spPr>
          <a:xfrm>
            <a:off x="3048000" y="2286000"/>
            <a:ext cx="3124200" cy="1524000"/>
          </a:xfrm>
          <a:prstGeom prst="octagon">
            <a:avLst>
              <a:gd fmla="val 29289" name="adj"/>
            </a:avLst>
          </a:prstGeom>
          <a:solidFill>
            <a:schemeClr val="dk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2400"/>
              <a:buFont typeface="Arial"/>
              <a:buNone/>
            </a:pPr>
            <a:r>
              <a:rPr b="1" i="0" lang="en-US" sz="2400" u="none">
                <a:solidFill>
                  <a:srgbClr val="FFFFCC"/>
                </a:solidFill>
                <a:latin typeface="Arial"/>
                <a:ea typeface="Arial"/>
                <a:cs typeface="Arial"/>
                <a:sym typeface="Arial"/>
              </a:rPr>
              <a:t>Mission</a:t>
            </a:r>
            <a:br>
              <a:rPr b="1" i="0" lang="en-US" sz="2400" u="none">
                <a:solidFill>
                  <a:srgbClr val="FFFFCC"/>
                </a:solidFill>
                <a:latin typeface="Arial"/>
                <a:ea typeface="Arial"/>
                <a:cs typeface="Arial"/>
                <a:sym typeface="Arial"/>
              </a:rPr>
            </a:br>
            <a:r>
              <a:rPr b="1" i="0" lang="en-US" sz="2400" u="none">
                <a:solidFill>
                  <a:srgbClr val="FFFFCC"/>
                </a:solidFill>
                <a:latin typeface="Arial"/>
                <a:ea typeface="Arial"/>
                <a:cs typeface="Arial"/>
                <a:sym typeface="Arial"/>
              </a:rPr>
              <a:t> Components</a:t>
            </a:r>
            <a:endParaRPr/>
          </a:p>
        </p:txBody>
      </p:sp>
      <p:sp>
        <p:nvSpPr>
          <p:cNvPr id="242" name="Google Shape;242;p17"/>
          <p:cNvSpPr/>
          <p:nvPr/>
        </p:nvSpPr>
        <p:spPr>
          <a:xfrm>
            <a:off x="762000" y="7620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Customers</a:t>
            </a:r>
            <a:endParaRPr/>
          </a:p>
        </p:txBody>
      </p:sp>
      <p:sp>
        <p:nvSpPr>
          <p:cNvPr id="243" name="Google Shape;243;p17"/>
          <p:cNvSpPr/>
          <p:nvPr/>
        </p:nvSpPr>
        <p:spPr>
          <a:xfrm>
            <a:off x="5943600" y="4572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Markets</a:t>
            </a:r>
            <a:endParaRPr/>
          </a:p>
        </p:txBody>
      </p:sp>
      <p:sp>
        <p:nvSpPr>
          <p:cNvPr id="244" name="Google Shape;244;p17"/>
          <p:cNvSpPr/>
          <p:nvPr/>
        </p:nvSpPr>
        <p:spPr>
          <a:xfrm>
            <a:off x="457200" y="25146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Employees</a:t>
            </a:r>
            <a:endParaRPr/>
          </a:p>
        </p:txBody>
      </p:sp>
      <p:sp>
        <p:nvSpPr>
          <p:cNvPr id="245" name="Google Shape;245;p17"/>
          <p:cNvSpPr/>
          <p:nvPr/>
        </p:nvSpPr>
        <p:spPr>
          <a:xfrm>
            <a:off x="533400" y="42672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Public</a:t>
            </a:r>
            <a:endParaRPr/>
          </a:p>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Image</a:t>
            </a:r>
            <a:endParaRPr/>
          </a:p>
        </p:txBody>
      </p:sp>
      <p:sp>
        <p:nvSpPr>
          <p:cNvPr id="246" name="Google Shape;246;p17"/>
          <p:cNvSpPr/>
          <p:nvPr/>
        </p:nvSpPr>
        <p:spPr>
          <a:xfrm>
            <a:off x="2819400" y="46482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Self-Concept</a:t>
            </a:r>
            <a:endParaRPr/>
          </a:p>
        </p:txBody>
      </p:sp>
      <p:sp>
        <p:nvSpPr>
          <p:cNvPr id="247" name="Google Shape;247;p17"/>
          <p:cNvSpPr/>
          <p:nvPr/>
        </p:nvSpPr>
        <p:spPr>
          <a:xfrm>
            <a:off x="5029200" y="45720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Philosophy</a:t>
            </a:r>
            <a:endParaRPr/>
          </a:p>
        </p:txBody>
      </p:sp>
      <p:sp>
        <p:nvSpPr>
          <p:cNvPr id="248" name="Google Shape;248;p17"/>
          <p:cNvSpPr/>
          <p:nvPr/>
        </p:nvSpPr>
        <p:spPr>
          <a:xfrm>
            <a:off x="6934200" y="39624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Survival,</a:t>
            </a:r>
            <a:endParaRPr/>
          </a:p>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Growth,</a:t>
            </a:r>
            <a:endParaRPr/>
          </a:p>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Profits</a:t>
            </a:r>
            <a:endParaRPr/>
          </a:p>
        </p:txBody>
      </p:sp>
      <p:sp>
        <p:nvSpPr>
          <p:cNvPr id="249" name="Google Shape;249;p17"/>
          <p:cNvSpPr/>
          <p:nvPr/>
        </p:nvSpPr>
        <p:spPr>
          <a:xfrm>
            <a:off x="3048000" y="3810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Products or</a:t>
            </a:r>
            <a:br>
              <a:rPr b="1" i="0" lang="en-US" sz="1800" u="none">
                <a:solidFill>
                  <a:srgbClr val="FFFFCC"/>
                </a:solidFill>
                <a:latin typeface="Arial"/>
                <a:ea typeface="Arial"/>
                <a:cs typeface="Arial"/>
                <a:sym typeface="Arial"/>
              </a:rPr>
            </a:br>
            <a:r>
              <a:rPr b="1" i="0" lang="en-US" sz="1800" u="none">
                <a:solidFill>
                  <a:srgbClr val="FFFFCC"/>
                </a:solidFill>
                <a:latin typeface="Arial"/>
                <a:ea typeface="Arial"/>
                <a:cs typeface="Arial"/>
                <a:sym typeface="Arial"/>
              </a:rPr>
              <a:t>Services</a:t>
            </a:r>
            <a:endParaRPr/>
          </a:p>
        </p:txBody>
      </p:sp>
      <p:sp>
        <p:nvSpPr>
          <p:cNvPr id="250" name="Google Shape;250;p17"/>
          <p:cNvSpPr/>
          <p:nvPr/>
        </p:nvSpPr>
        <p:spPr>
          <a:xfrm>
            <a:off x="6934200" y="2209800"/>
            <a:ext cx="1524000" cy="1371600"/>
          </a:xfrm>
          <a:prstGeom prst="ellipse">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CC"/>
              </a:buClr>
              <a:buSzPts val="1800"/>
              <a:buFont typeface="Arial"/>
              <a:buNone/>
            </a:pPr>
            <a:r>
              <a:rPr b="1" i="0" lang="en-US" sz="1800" u="none">
                <a:solidFill>
                  <a:srgbClr val="FFFFCC"/>
                </a:solidFill>
                <a:latin typeface="Arial"/>
                <a:ea typeface="Arial"/>
                <a:cs typeface="Arial"/>
                <a:sym typeface="Arial"/>
              </a:rPr>
              <a:t>Technology</a:t>
            </a:r>
            <a:endParaRPr/>
          </a:p>
        </p:txBody>
      </p:sp>
      <p:cxnSp>
        <p:nvCxnSpPr>
          <p:cNvPr id="251" name="Google Shape;251;p17"/>
          <p:cNvCxnSpPr/>
          <p:nvPr/>
        </p:nvCxnSpPr>
        <p:spPr>
          <a:xfrm rot="10800000">
            <a:off x="2133600" y="1905000"/>
            <a:ext cx="1066800" cy="685800"/>
          </a:xfrm>
          <a:prstGeom prst="straightConnector1">
            <a:avLst/>
          </a:prstGeom>
          <a:noFill/>
          <a:ln cap="flat" cmpd="sng" w="9525">
            <a:solidFill>
              <a:schemeClr val="dk1"/>
            </a:solidFill>
            <a:prstDash val="solid"/>
            <a:miter lim="800000"/>
            <a:headEnd len="med" w="med" type="none"/>
            <a:tailEnd len="med" w="med" type="none"/>
          </a:ln>
        </p:spPr>
      </p:cxnSp>
      <p:cxnSp>
        <p:nvCxnSpPr>
          <p:cNvPr id="252" name="Google Shape;252;p17"/>
          <p:cNvCxnSpPr/>
          <p:nvPr/>
        </p:nvCxnSpPr>
        <p:spPr>
          <a:xfrm rot="10800000">
            <a:off x="1981200" y="3200400"/>
            <a:ext cx="1066800" cy="0"/>
          </a:xfrm>
          <a:prstGeom prst="straightConnector1">
            <a:avLst/>
          </a:prstGeom>
          <a:noFill/>
          <a:ln cap="flat" cmpd="sng" w="9525">
            <a:solidFill>
              <a:schemeClr val="dk1"/>
            </a:solidFill>
            <a:prstDash val="solid"/>
            <a:miter lim="800000"/>
            <a:headEnd len="med" w="med" type="none"/>
            <a:tailEnd len="med" w="med" type="none"/>
          </a:ln>
        </p:spPr>
      </p:cxnSp>
      <p:cxnSp>
        <p:nvCxnSpPr>
          <p:cNvPr id="253" name="Google Shape;253;p17"/>
          <p:cNvCxnSpPr/>
          <p:nvPr/>
        </p:nvCxnSpPr>
        <p:spPr>
          <a:xfrm flipH="1">
            <a:off x="1905000" y="3581400"/>
            <a:ext cx="1371600" cy="990600"/>
          </a:xfrm>
          <a:prstGeom prst="straightConnector1">
            <a:avLst/>
          </a:prstGeom>
          <a:noFill/>
          <a:ln cap="flat" cmpd="sng" w="9525">
            <a:solidFill>
              <a:schemeClr val="dk1"/>
            </a:solidFill>
            <a:prstDash val="solid"/>
            <a:miter lim="800000"/>
            <a:headEnd len="med" w="med" type="none"/>
            <a:tailEnd len="med" w="med" type="none"/>
          </a:ln>
        </p:spPr>
      </p:cxnSp>
      <p:cxnSp>
        <p:nvCxnSpPr>
          <p:cNvPr id="254" name="Google Shape;254;p17"/>
          <p:cNvCxnSpPr/>
          <p:nvPr/>
        </p:nvCxnSpPr>
        <p:spPr>
          <a:xfrm>
            <a:off x="3733800" y="1752600"/>
            <a:ext cx="228600" cy="533400"/>
          </a:xfrm>
          <a:prstGeom prst="straightConnector1">
            <a:avLst/>
          </a:prstGeom>
          <a:noFill/>
          <a:ln cap="flat" cmpd="sng" w="9525">
            <a:solidFill>
              <a:schemeClr val="dk1"/>
            </a:solidFill>
            <a:prstDash val="solid"/>
            <a:miter lim="800000"/>
            <a:headEnd len="med" w="med" type="none"/>
            <a:tailEnd len="med" w="med" type="none"/>
          </a:ln>
        </p:spPr>
      </p:cxnSp>
      <p:cxnSp>
        <p:nvCxnSpPr>
          <p:cNvPr id="255" name="Google Shape;255;p17"/>
          <p:cNvCxnSpPr/>
          <p:nvPr/>
        </p:nvCxnSpPr>
        <p:spPr>
          <a:xfrm flipH="1">
            <a:off x="5638800" y="1752600"/>
            <a:ext cx="609600" cy="533400"/>
          </a:xfrm>
          <a:prstGeom prst="straightConnector1">
            <a:avLst/>
          </a:prstGeom>
          <a:noFill/>
          <a:ln cap="flat" cmpd="sng" w="9525">
            <a:solidFill>
              <a:schemeClr val="dk1"/>
            </a:solidFill>
            <a:prstDash val="solid"/>
            <a:miter lim="800000"/>
            <a:headEnd len="med" w="med" type="none"/>
            <a:tailEnd len="med" w="med" type="none"/>
          </a:ln>
        </p:spPr>
      </p:cxnSp>
      <p:cxnSp>
        <p:nvCxnSpPr>
          <p:cNvPr id="256" name="Google Shape;256;p17"/>
          <p:cNvCxnSpPr/>
          <p:nvPr/>
        </p:nvCxnSpPr>
        <p:spPr>
          <a:xfrm rot="10800000">
            <a:off x="6172200" y="2971800"/>
            <a:ext cx="762000" cy="0"/>
          </a:xfrm>
          <a:prstGeom prst="straightConnector1">
            <a:avLst/>
          </a:prstGeom>
          <a:noFill/>
          <a:ln cap="flat" cmpd="sng" w="9525">
            <a:solidFill>
              <a:schemeClr val="dk1"/>
            </a:solidFill>
            <a:prstDash val="solid"/>
            <a:miter lim="800000"/>
            <a:headEnd len="med" w="med" type="none"/>
            <a:tailEnd len="med" w="med" type="none"/>
          </a:ln>
        </p:spPr>
      </p:cxnSp>
      <p:cxnSp>
        <p:nvCxnSpPr>
          <p:cNvPr id="257" name="Google Shape;257;p17"/>
          <p:cNvCxnSpPr/>
          <p:nvPr/>
        </p:nvCxnSpPr>
        <p:spPr>
          <a:xfrm rot="10800000">
            <a:off x="5943600" y="3581400"/>
            <a:ext cx="1143000" cy="685800"/>
          </a:xfrm>
          <a:prstGeom prst="straightConnector1">
            <a:avLst/>
          </a:prstGeom>
          <a:noFill/>
          <a:ln cap="flat" cmpd="sng" w="9525">
            <a:solidFill>
              <a:schemeClr val="dk1"/>
            </a:solidFill>
            <a:prstDash val="solid"/>
            <a:miter lim="800000"/>
            <a:headEnd len="med" w="med" type="none"/>
            <a:tailEnd len="med" w="med" type="none"/>
          </a:ln>
        </p:spPr>
      </p:cxnSp>
      <p:cxnSp>
        <p:nvCxnSpPr>
          <p:cNvPr id="258" name="Google Shape;258;p17"/>
          <p:cNvCxnSpPr/>
          <p:nvPr/>
        </p:nvCxnSpPr>
        <p:spPr>
          <a:xfrm rot="10800000">
            <a:off x="5486400" y="3810000"/>
            <a:ext cx="228600" cy="762000"/>
          </a:xfrm>
          <a:prstGeom prst="straightConnector1">
            <a:avLst/>
          </a:prstGeom>
          <a:noFill/>
          <a:ln cap="flat" cmpd="sng" w="9525">
            <a:solidFill>
              <a:schemeClr val="dk1"/>
            </a:solidFill>
            <a:prstDash val="solid"/>
            <a:miter lim="800000"/>
            <a:headEnd len="med" w="med" type="none"/>
            <a:tailEnd len="med" w="med" type="none"/>
          </a:ln>
        </p:spPr>
      </p:cxnSp>
      <p:cxnSp>
        <p:nvCxnSpPr>
          <p:cNvPr id="259" name="Google Shape;259;p17"/>
          <p:cNvCxnSpPr/>
          <p:nvPr/>
        </p:nvCxnSpPr>
        <p:spPr>
          <a:xfrm flipH="1" rot="10800000">
            <a:off x="3581400" y="3810000"/>
            <a:ext cx="228600" cy="83820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par>
                          <p:cTn fill="hold">
                            <p:stCondLst>
                              <p:cond delay="503"/>
                            </p:stCondLst>
                            <p:childTnLst>
                              <p:par>
                                <p:cTn fill="hold" nodeType="after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par>
                          <p:cTn fill="hold">
                            <p:stCondLst>
                              <p:cond delay="504"/>
                            </p:stCondLst>
                            <p:childTnLst>
                              <p:par>
                                <p:cTn fill="hold" nodeType="after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par>
                          <p:cTn fill="hold">
                            <p:stCondLst>
                              <p:cond delay="505"/>
                            </p:stCondLst>
                            <p:childTnLst>
                              <p:par>
                                <p:cTn fill="hold" nodeType="after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par>
                          <p:cTn fill="hold">
                            <p:stCondLst>
                              <p:cond delay="506"/>
                            </p:stCondLst>
                            <p:childTnLst>
                              <p:par>
                                <p:cTn fill="hold" nodeType="after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par>
                          <p:cTn fill="hold">
                            <p:stCondLst>
                              <p:cond delay="507"/>
                            </p:stCondLst>
                            <p:childTnLst>
                              <p:par>
                                <p:cTn fill="hold" nodeType="after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par>
                          <p:cTn fill="hold">
                            <p:stCondLst>
                              <p:cond delay="508"/>
                            </p:stCondLst>
                            <p:childTnLst>
                              <p:par>
                                <p:cTn fill="hold" nodeType="after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Nine customer perspective components  </a:t>
            </a:r>
            <a:endParaRPr/>
          </a:p>
        </p:txBody>
      </p:sp>
      <p:sp>
        <p:nvSpPr>
          <p:cNvPr id="265" name="Google Shape;265;p18"/>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66" name="Google Shape;266;p18"/>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pic>
        <p:nvPicPr>
          <p:cNvPr id="267" name="Google Shape;267;p18"/>
          <p:cNvPicPr preferRelativeResize="0"/>
          <p:nvPr>
            <p:ph idx="1" type="body"/>
          </p:nvPr>
        </p:nvPicPr>
        <p:blipFill rotWithShape="1">
          <a:blip r:embed="rId3">
            <a:alphaModFix/>
          </a:blip>
          <a:srcRect b="0" l="0" r="0" t="0"/>
          <a:stretch/>
        </p:blipFill>
        <p:spPr>
          <a:xfrm>
            <a:off x="530225" y="228600"/>
            <a:ext cx="8420100" cy="4394200"/>
          </a:xfrm>
          <a:prstGeom prst="rect">
            <a:avLst/>
          </a:prstGeom>
          <a:noFill/>
          <a:ln>
            <a:noFill/>
          </a:ln>
        </p:spPr>
      </p:pic>
      <p:pic>
        <p:nvPicPr>
          <p:cNvPr id="268" name="Google Shape;268;p18"/>
          <p:cNvPicPr preferRelativeResize="0"/>
          <p:nvPr/>
        </p:nvPicPr>
        <p:blipFill rotWithShape="1">
          <a:blip r:embed="rId4">
            <a:alphaModFix/>
          </a:blip>
          <a:srcRect b="0" l="0" r="0" t="0"/>
          <a:stretch/>
        </p:blipFill>
        <p:spPr>
          <a:xfrm>
            <a:off x="663575" y="4597400"/>
            <a:ext cx="7924800" cy="2206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9"/>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Nine customer perspective components </a:t>
            </a:r>
            <a:endParaRPr/>
          </a:p>
        </p:txBody>
      </p:sp>
      <p:sp>
        <p:nvSpPr>
          <p:cNvPr id="274" name="Google Shape;274;p19"/>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75" name="Google Shape;275;p19"/>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pic>
        <p:nvPicPr>
          <p:cNvPr id="276" name="Google Shape;276;p19"/>
          <p:cNvPicPr preferRelativeResize="0"/>
          <p:nvPr>
            <p:ph idx="1" type="body"/>
          </p:nvPr>
        </p:nvPicPr>
        <p:blipFill rotWithShape="1">
          <a:blip r:embed="rId3">
            <a:alphaModFix/>
          </a:blip>
          <a:srcRect b="0" l="0" r="0" t="0"/>
          <a:stretch/>
        </p:blipFill>
        <p:spPr>
          <a:xfrm>
            <a:off x="304800" y="2133600"/>
            <a:ext cx="8613775" cy="23987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0"/>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A critique of existing statements</a:t>
            </a:r>
            <a:endParaRPr/>
          </a:p>
        </p:txBody>
      </p:sp>
      <p:sp>
        <p:nvSpPr>
          <p:cNvPr id="282" name="Google Shape;282;p20"/>
          <p:cNvSpPr txBox="1"/>
          <p:nvPr>
            <p:ph idx="1" type="body"/>
          </p:nvPr>
        </p:nvSpPr>
        <p:spPr>
          <a:xfrm>
            <a:off x="455612" y="989012"/>
            <a:ext cx="8226300" cy="453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1300"/>
              <a:buFont typeface="Noto Sans Symbols"/>
              <a:buNone/>
            </a:pPr>
            <a:r>
              <a:rPr b="0" i="0" lang="en-US" sz="2000" u="sng" cap="none" strike="noStrike">
                <a:solidFill>
                  <a:srgbClr val="FFFFFF"/>
                </a:solidFill>
                <a:latin typeface="Arial"/>
                <a:ea typeface="Arial"/>
                <a:cs typeface="Arial"/>
                <a:sym typeface="Arial"/>
                <a:hlinkClick r:id="rId3">
                  <a:extLst>
                    <a:ext uri="{A12FA001-AC4F-418D-AE19-62706E023703}">
                      <ahyp:hlinkClr val="tx"/>
                    </a:ext>
                  </a:extLst>
                </a:hlinkClick>
              </a:rPr>
              <a:t>ROYAL CARIBBEAN CRUISES LTD.</a:t>
            </a:r>
            <a:endParaRPr/>
          </a:p>
          <a:p>
            <a:pPr indent="0" lvl="0" marL="0" marR="0" rtl="0" algn="l">
              <a:lnSpc>
                <a:spcPct val="100000"/>
              </a:lnSpc>
              <a:spcBef>
                <a:spcPts val="400"/>
              </a:spcBef>
              <a:spcAft>
                <a:spcPts val="0"/>
              </a:spcAft>
              <a:buClr>
                <a:schemeClr val="accent1"/>
              </a:buClr>
              <a:buSzPts val="1300"/>
              <a:buFont typeface="Noto Sans Symbols"/>
              <a:buNone/>
            </a:pPr>
            <a:r>
              <a:rPr b="0" i="0" lang="en-US" sz="2000" u="none" cap="none" strike="noStrike">
                <a:solidFill>
                  <a:schemeClr val="dk1"/>
                </a:solidFill>
                <a:latin typeface="Arial"/>
                <a:ea typeface="Arial"/>
                <a:cs typeface="Arial"/>
                <a:sym typeface="Arial"/>
              </a:rPr>
              <a:t>We always provide service with a friendly greeting and a smile.(7)</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We anticipate the needs of our customers.</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We make all efforts to exceed our customers’ expectations.</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We take ownership of any problem that is brought to our attention.</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We engage in conduct that enhances our corporate reputation and employee morale.(9)</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We are committed to act in the highest ethical manner and respect the rights and dignity of others.(6)</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We are loyal to Royal Caribbean and Celebrity and strive for continuous improvement in everything we do.</a:t>
            </a:r>
            <a:endParaRPr/>
          </a:p>
          <a:p>
            <a:pPr indent="0" lvl="0" marL="0" marR="0" rtl="0" algn="l">
              <a:lnSpc>
                <a:spcPct val="100000"/>
              </a:lnSpc>
              <a:spcBef>
                <a:spcPts val="400"/>
              </a:spcBef>
              <a:spcAft>
                <a:spcPts val="0"/>
              </a:spcAft>
              <a:buClr>
                <a:schemeClr val="accent1"/>
              </a:buClr>
              <a:buSzPts val="1300"/>
              <a:buFont typeface="Noto Sans Symbols"/>
              <a:buNone/>
            </a:pPr>
            <a:r>
              <a:rPr b="0" i="1" lang="en-US" sz="2000" u="none" cap="none" strike="noStrike">
                <a:solidFill>
                  <a:schemeClr val="dk1"/>
                </a:solidFill>
                <a:latin typeface="Arial"/>
                <a:ea typeface="Arial"/>
                <a:cs typeface="Arial"/>
                <a:sym typeface="Arial"/>
              </a:rPr>
              <a:t>from http://www.rclcorporate.com/investors/overview/mission-and-vision/</a:t>
            </a:r>
            <a:endParaRPr/>
          </a:p>
        </p:txBody>
      </p:sp>
      <p:sp>
        <p:nvSpPr>
          <p:cNvPr id="283" name="Google Shape;283;p20"/>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84" name="Google Shape;284;p20"/>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90" name="Google Shape;290;p21"/>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pic>
        <p:nvPicPr>
          <p:cNvPr id="291" name="Google Shape;291;p21"/>
          <p:cNvPicPr preferRelativeResize="0"/>
          <p:nvPr>
            <p:ph type="title"/>
          </p:nvPr>
        </p:nvPicPr>
        <p:blipFill rotWithShape="1">
          <a:blip r:embed="rId3">
            <a:alphaModFix/>
          </a:blip>
          <a:srcRect b="0" l="0" r="0" t="0"/>
          <a:stretch/>
        </p:blipFill>
        <p:spPr>
          <a:xfrm>
            <a:off x="457200" y="277812"/>
            <a:ext cx="8229600" cy="574198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2"/>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297" name="Google Shape;297;p22"/>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298" name="Google Shape;298;p22"/>
          <p:cNvSpPr txBox="1"/>
          <p:nvPr/>
        </p:nvSpPr>
        <p:spPr>
          <a:xfrm>
            <a:off x="457200" y="685800"/>
            <a:ext cx="8001000" cy="501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We aspire to make PepsiCo the world’s premier consumer products company, focused on convenient foods and beverages. We seek to produce healthy financial rewards for investors awe provide opportunities for growth and enrichment to our employees, our business partners and the communities in which we operate. And in everything we do, we strive to act with honesty, openness, fairness and integrity.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4"/>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304" name="Google Shape;304;p24"/>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sp>
        <p:nvSpPr>
          <p:cNvPr id="305" name="Google Shape;305;p24"/>
          <p:cNvSpPr txBox="1"/>
          <p:nvPr/>
        </p:nvSpPr>
        <p:spPr>
          <a:xfrm>
            <a:off x="533400" y="381000"/>
            <a:ext cx="8305800" cy="501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Dell’s mission is to be the most successful computer company in the world at delivering the best customer experience in markets we serve. In doing so, Dell will meet consumer expectations of highest quality; leading technology; competitive pricing; individual and company accountability; best-in-class service and support; flexible customization capability; superior corporate citizenship; financial stability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5"/>
          <p:cNvSpPr txBox="1"/>
          <p:nvPr>
            <p:ph type="title"/>
          </p:nvPr>
        </p:nvSpPr>
        <p:spPr>
          <a:xfrm>
            <a:off x="457200" y="277812"/>
            <a:ext cx="8229600" cy="11398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4200">
              <a:solidFill>
                <a:schemeClr val="dk2"/>
              </a:solidFill>
              <a:latin typeface="Arial"/>
              <a:ea typeface="Arial"/>
              <a:cs typeface="Arial"/>
              <a:sym typeface="Arial"/>
            </a:endParaRPr>
          </a:p>
        </p:txBody>
      </p:sp>
      <p:sp>
        <p:nvSpPr>
          <p:cNvPr id="311" name="Google Shape;311;p25"/>
          <p:cNvSpPr txBox="1"/>
          <p:nvPr/>
        </p:nvSpPr>
        <p:spPr>
          <a:xfrm>
            <a:off x="2819400" y="6172200"/>
            <a:ext cx="3810000" cy="4762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Copyright © 2011 Pearson Education, Inc. </a:t>
            </a:r>
            <a:endParaRPr/>
          </a:p>
          <a:p>
            <a:pPr indent="0" lvl="0" marL="0" marR="0" rtl="0" algn="ctr">
              <a:lnSpc>
                <a:spcPct val="100000"/>
              </a:lnSpc>
              <a:spcBef>
                <a:spcPts val="0"/>
              </a:spcBef>
              <a:spcAft>
                <a:spcPts val="0"/>
              </a:spcAft>
              <a:buClr>
                <a:srgbClr val="71602F"/>
              </a:buClr>
              <a:buSzPts val="1400"/>
              <a:buFont typeface="Arial"/>
              <a:buNone/>
            </a:pPr>
            <a:r>
              <a:rPr b="0" i="1" lang="en-US" sz="1400" u="none">
                <a:solidFill>
                  <a:srgbClr val="71602F"/>
                </a:solidFill>
                <a:latin typeface="Arial"/>
                <a:ea typeface="Arial"/>
                <a:cs typeface="Arial"/>
                <a:sym typeface="Arial"/>
              </a:rPr>
              <a:t>Publishing as Prentice Hall</a:t>
            </a:r>
            <a:endParaRPr/>
          </a:p>
        </p:txBody>
      </p:sp>
      <p:sp>
        <p:nvSpPr>
          <p:cNvPr id="312" name="Google Shape;312;p25"/>
          <p:cNvSpPr txBox="1"/>
          <p:nvPr/>
        </p:nvSpPr>
        <p:spPr>
          <a:xfrm>
            <a:off x="6781800" y="6172200"/>
            <a:ext cx="18288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71602F"/>
              </a:buClr>
              <a:buSzPts val="1400"/>
              <a:buFont typeface="Times New Roman"/>
              <a:buNone/>
            </a:pPr>
            <a:r>
              <a:rPr b="0" i="0" lang="en-US" sz="1400" u="none">
                <a:solidFill>
                  <a:srgbClr val="71602F"/>
                </a:solidFill>
                <a:latin typeface="Times New Roman"/>
                <a:ea typeface="Times New Roman"/>
                <a:cs typeface="Times New Roman"/>
                <a:sym typeface="Times New Roman"/>
              </a:rPr>
              <a:t>Ch 2 -</a:t>
            </a:r>
            <a:fld id="{00000000-1234-1234-1234-123412341234}" type="slidenum">
              <a:rPr b="0" i="0" lang="en-US" sz="1400" u="none">
                <a:solidFill>
                  <a:srgbClr val="71602F"/>
                </a:solidFill>
                <a:latin typeface="Times New Roman"/>
                <a:ea typeface="Times New Roman"/>
                <a:cs typeface="Times New Roman"/>
                <a:sym typeface="Times New Roman"/>
              </a:rPr>
              <a:t>‹#›</a:t>
            </a:fld>
            <a:endParaRPr/>
          </a:p>
        </p:txBody>
      </p:sp>
      <p:pic>
        <p:nvPicPr>
          <p:cNvPr id="313" name="Google Shape;313;p25"/>
          <p:cNvPicPr preferRelativeResize="0"/>
          <p:nvPr>
            <p:ph idx="1" type="body"/>
          </p:nvPr>
        </p:nvPicPr>
        <p:blipFill rotWithShape="1">
          <a:blip r:embed="rId3">
            <a:alphaModFix/>
          </a:blip>
          <a:srcRect b="0" l="0" r="0" t="0"/>
          <a:stretch/>
        </p:blipFill>
        <p:spPr>
          <a:xfrm>
            <a:off x="228600" y="1905000"/>
            <a:ext cx="8524875" cy="3124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vid_sm13_ppt_01">
  <a:themeElements>
    <a:clrScheme name="">
      <a:dk1>
        <a:srgbClr val="000000"/>
      </a:dk1>
      <a:lt1>
        <a:srgbClr val="FFFFFF"/>
      </a:lt1>
      <a:dk2>
        <a:srgbClr val="076EFF"/>
      </a:dk2>
      <a:lt2>
        <a:srgbClr val="7CB837"/>
      </a:lt2>
      <a:accent1>
        <a:srgbClr val="0289EE"/>
      </a:accent1>
      <a:accent2>
        <a:srgbClr val="7CB837"/>
      </a:accent2>
      <a:accent3>
        <a:srgbClr val="FFFFFF"/>
      </a:accent3>
      <a:accent4>
        <a:srgbClr val="000000"/>
      </a:accent4>
      <a:accent5>
        <a:srgbClr val="AAC4F5"/>
      </a:accent5>
      <a:accent6>
        <a:srgbClr val="70A631"/>
      </a:accent6>
      <a:hlink>
        <a:srgbClr val="4C6D8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2004-03-27T18:56:05Z</dcterms:created>
  <dc:creator>Bonnie Fox Garrity</dc:creator>
</cp:coreProperties>
</file>

<file path=docProps/custom.xml><?xml version="1.0" encoding="utf-8"?>
<Properties xmlns="http://schemas.openxmlformats.org/officeDocument/2006/custom-properties" xmlns:vt="http://schemas.openxmlformats.org/officeDocument/2006/docPropsVTypes"/>
</file>